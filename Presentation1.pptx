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29"/>
    <p:restoredTop sz="94659"/>
  </p:normalViewPr>
  <p:slideViewPr>
    <p:cSldViewPr snapToGrid="0">
      <p:cViewPr>
        <p:scale>
          <a:sx n="132" d="100"/>
          <a:sy n="132" d="100"/>
        </p:scale>
        <p:origin x="-560" y="1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96A5F-ED35-ABD3-9EB7-DE3856D7C9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7EC6F9-30F6-CB93-4B7A-DAA413C4F1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AAA4E7-8F04-A7A2-7EBC-362D89AB3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B2FC0-41F1-9C4F-9BB0-7D4C57C2D36D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F32A08-6ACA-2C53-F7A6-0516A6CE8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78E355-F886-CC8E-DFF3-7CFC100B6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268AE-FD8A-6F4A-B25F-8BA3CE579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052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CB4ED-A43C-4ECC-BDC2-CAC4BADE3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25ECF5-08D1-0CDE-42F3-74AE32E60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ED5B5-8772-2B6B-EF3C-D3F5F2877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B2FC0-41F1-9C4F-9BB0-7D4C57C2D36D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ED178B-CDD7-4B38-E55A-12ECC84C4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EA6937-9C8A-95E3-C364-5BDE3852C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268AE-FD8A-6F4A-B25F-8BA3CE579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901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94583-B602-5BAE-CFC9-71A61085F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25942D-6D6F-1CB0-D5F1-C781696423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1891F0-2C98-F3AE-73CD-D2FB10B2F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B2FC0-41F1-9C4F-9BB0-7D4C57C2D36D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10E4F3-D67A-8BED-EBA6-0FF72F361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F914F4-A65B-D2E9-30FA-B908AB6C9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268AE-FD8A-6F4A-B25F-8BA3CE579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92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64339-39D3-691C-4823-BAE9A8E6C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D6F48-5786-C19E-7FB0-E406C4558B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44A8B0-873A-0031-2FE4-A9220804B5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3BD62B-F1DF-ECDF-D9E2-08CDD51EB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B2FC0-41F1-9C4F-9BB0-7D4C57C2D36D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63483A-1D46-FC1A-185C-2429AA0CB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FC5C4A-FE4C-0F76-EDDE-129C0D87E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268AE-FD8A-6F4A-B25F-8BA3CE579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2603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02E1A-7717-99CD-0A45-58F032C3C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0E9624-8A15-4D43-B2D9-9A772B9397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5EA434-6D64-3C1D-06D3-D3963CF1C2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3CB80-5C07-AC05-C3C1-1B897615F4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78CDE0-5C4A-2562-B57D-DDE20161D3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E43E87-9D27-A3AC-9107-BEEC28B9B4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B2FC0-41F1-9C4F-9BB0-7D4C57C2D36D}" type="datetimeFigureOut">
              <a:rPr lang="en-US" smtClean="0"/>
              <a:t>4/30/26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6B75E4-985D-1ED4-6D6A-0BB1B8AF5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902F0C-567C-E543-A0E0-2D2DEB890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268AE-FD8A-6F4A-B25F-8BA3CE579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489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CF0E9-9071-3D28-D1A5-9B5435B45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2C0DB4-7FAF-7774-9EA0-FDAEC8AF7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B2FC0-41F1-9C4F-9BB0-7D4C57C2D36D}" type="datetimeFigureOut">
              <a:rPr lang="en-US" smtClean="0"/>
              <a:t>4/30/26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519CB8-EF5C-8951-493B-6D4C405D7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4B1DB7-E7DC-94D2-18B9-25B61D834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268AE-FD8A-6F4A-B25F-8BA3CE579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516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E9B0B2-07EA-0B56-3549-DF426CA5A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B2FC0-41F1-9C4F-9BB0-7D4C57C2D36D}" type="datetimeFigureOut">
              <a:rPr lang="en-US" smtClean="0"/>
              <a:t>4/30/26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6FE9F7-F8E5-73F7-9232-121E03C89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B05909-BA2E-C093-E8F1-C64AD2290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268AE-FD8A-6F4A-B25F-8BA3CE579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382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10CF3-A6DC-DCB9-4ACC-C9AABC4BC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38C345-0E4F-EF90-8460-E8F04A104A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1F03CF-9FD4-B23C-2E96-E7A5A1F97B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0E66BD-86FF-D570-A8DD-9AB821919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B2FC0-41F1-9C4F-9BB0-7D4C57C2D36D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B92E45-E1E9-BF5F-3560-3692941B0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8C6FBF-AB48-A7F2-8F28-629CF0C07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268AE-FD8A-6F4A-B25F-8BA3CE579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7553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9D237-EB35-7C8F-F082-9AC79C5C9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E7D476-F5D5-5344-5D07-EBE0B12CC1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0D9F0C-713C-6DC0-77FC-3E490975A9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5DF62E-7FE9-A4AB-F478-1FA73F10B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B2FC0-41F1-9C4F-9BB0-7D4C57C2D36D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09A7B9-E273-A7CD-868E-15B0FB579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B0938D-C968-845F-4FDA-F174F0DCE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268AE-FD8A-6F4A-B25F-8BA3CE579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419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2DCC3-21F0-B6BE-4797-65F271708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BB22A0-63E7-1C3A-BF87-B7D3FF965C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378310-1FBE-DB12-25C2-988FB49C3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B2FC0-41F1-9C4F-9BB0-7D4C57C2D36D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68F175-7871-D467-5FAF-6A2BBB8C4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9118-4EBB-99F5-A90E-547E0A423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268AE-FD8A-6F4A-B25F-8BA3CE579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777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6A2EAB-6F0E-FB49-1A21-87DD05537D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2405F2-3C5D-F1D9-EFAD-A2391F6E86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7D1B7C-7D3D-C98C-E837-5EA9B88F4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B2FC0-41F1-9C4F-9BB0-7D4C57C2D36D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FF141-329D-AA10-709B-C2BC05BC8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955BB-F29C-66C8-4B5F-CD7474280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9268AE-FD8A-6F4A-B25F-8BA3CE579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523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800DF3-5FB2-CFA2-13FD-FD465AD039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36630E-4C51-91F7-3C4C-D957B66EC3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0E8519-7E9F-ECB5-F3CC-265159FEA3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6B2FC0-41F1-9C4F-9BB0-7D4C57C2D36D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711477-53D0-5E11-7F8E-09A3711C76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820B0-A753-7C44-DD01-94BE03C9F8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9268AE-FD8A-6F4A-B25F-8BA3CE579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695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CF896-D97B-9515-F567-D6B3F23779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651708-C00E-15C6-4CB9-B3B4B194F2F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54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E40BB947-1096-E29D-102E-363F4B4590EB}"/>
              </a:ext>
            </a:extLst>
          </p:cNvPr>
          <p:cNvGrpSpPr/>
          <p:nvPr/>
        </p:nvGrpSpPr>
        <p:grpSpPr>
          <a:xfrm>
            <a:off x="235494" y="1490598"/>
            <a:ext cx="11721011" cy="783777"/>
            <a:chOff x="153662" y="1678488"/>
            <a:chExt cx="11721011" cy="783777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07A5BAF-06EF-F47A-6059-A8A5EF43CB30}"/>
                </a:ext>
              </a:extLst>
            </p:cNvPr>
            <p:cNvSpPr txBox="1"/>
            <p:nvPr/>
          </p:nvSpPr>
          <p:spPr>
            <a:xfrm>
              <a:off x="153662" y="1678488"/>
              <a:ext cx="11721011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300.155 </a:t>
              </a:r>
              <a:r>
                <a:rPr lang="en-US" dirty="0">
                  <a:sym typeface="Symbol" pitchFamily="2" charset="2"/>
                </a:rPr>
                <a:t></a:t>
              </a:r>
              <a:r>
                <a:rPr lang="en-US" dirty="0"/>
                <a:t> 415.182 </a:t>
              </a:r>
              <a:r>
                <a:rPr lang="en-US" dirty="0">
                  <a:sym typeface="Symbol" pitchFamily="2" charset="2"/>
                </a:rPr>
                <a:t></a:t>
              </a:r>
              <a:r>
                <a:rPr lang="en-US" dirty="0"/>
                <a:t>  528.266 </a:t>
              </a:r>
              <a:r>
                <a:rPr lang="en-US" dirty="0">
                  <a:sym typeface="Symbol" pitchFamily="2" charset="2"/>
                </a:rPr>
                <a:t></a:t>
              </a:r>
              <a:r>
                <a:rPr lang="en-US" dirty="0"/>
                <a:t>  599.303 </a:t>
              </a:r>
              <a:r>
                <a:rPr lang="en-US" dirty="0">
                  <a:sym typeface="Symbol" pitchFamily="2" charset="2"/>
                </a:rPr>
                <a:t></a:t>
              </a:r>
              <a:r>
                <a:rPr lang="en-US" dirty="0"/>
                <a:t>  793.38 </a:t>
              </a:r>
              <a:r>
                <a:rPr lang="en-US" dirty="0">
                  <a:sym typeface="Symbol" pitchFamily="2" charset="2"/>
                </a:rPr>
                <a:t></a:t>
              </a:r>
              <a:r>
                <a:rPr lang="en-US" dirty="0"/>
                <a:t>  850.405 </a:t>
              </a:r>
              <a:r>
                <a:rPr lang="en-US" dirty="0">
                  <a:sym typeface="Symbol" pitchFamily="2" charset="2"/>
                </a:rPr>
                <a:t></a:t>
              </a:r>
              <a:r>
                <a:rPr lang="en-US" dirty="0"/>
                <a:t>  978.464 </a:t>
              </a:r>
              <a:r>
                <a:rPr lang="en-US" dirty="0">
                  <a:sym typeface="Symbol" pitchFamily="2" charset="2"/>
                </a:rPr>
                <a:t></a:t>
              </a:r>
              <a:r>
                <a:rPr lang="en-US" dirty="0"/>
                <a:t>  1107.506 </a:t>
              </a:r>
              <a:r>
                <a:rPr lang="en-US" dirty="0">
                  <a:sym typeface="Symbol" pitchFamily="2" charset="2"/>
                </a:rPr>
                <a:t></a:t>
              </a:r>
              <a:r>
                <a:rPr lang="en-US" dirty="0"/>
                <a:t>  1206.575 </a:t>
              </a:r>
              <a:r>
                <a:rPr lang="en-US" dirty="0">
                  <a:sym typeface="Symbol" pitchFamily="2" charset="2"/>
                </a:rPr>
                <a:t></a:t>
              </a:r>
              <a:r>
                <a:rPr lang="en-US" dirty="0"/>
                <a:t> 1606.869</a:t>
              </a:r>
            </a:p>
            <a:p>
              <a:r>
                <a:rPr lang="en-US" dirty="0"/>
                <a:t> 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0B18AE0-6487-2BD4-0746-84BBA4A4FA84}"/>
                </a:ext>
              </a:extLst>
            </p:cNvPr>
            <p:cNvSpPr txBox="1"/>
            <p:nvPr/>
          </p:nvSpPr>
          <p:spPr>
            <a:xfrm>
              <a:off x="405009" y="2057977"/>
              <a:ext cx="7849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{VEA}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D9FB149-E65E-BC03-9643-A37279ADF130}"/>
                </a:ext>
              </a:extLst>
            </p:cNvPr>
            <p:cNvSpPr txBox="1"/>
            <p:nvPr/>
          </p:nvSpPr>
          <p:spPr>
            <a:xfrm>
              <a:off x="1559491" y="2052899"/>
              <a:ext cx="294362" cy="3794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CC56F0A-DA14-C458-7BD7-27215D08D074}"/>
                </a:ext>
              </a:extLst>
            </p:cNvPr>
            <p:cNvSpPr txBox="1"/>
            <p:nvPr/>
          </p:nvSpPr>
          <p:spPr>
            <a:xfrm>
              <a:off x="2739026" y="2052899"/>
              <a:ext cx="2943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63A85B3-02E5-D0E3-8E1B-BE19833D4C50}"/>
                </a:ext>
              </a:extLst>
            </p:cNvPr>
            <p:cNvSpPr txBox="1"/>
            <p:nvPr/>
          </p:nvSpPr>
          <p:spPr>
            <a:xfrm>
              <a:off x="3918561" y="2063056"/>
              <a:ext cx="2943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47433C2-B9CA-3296-369E-761E721F9C4B}"/>
                </a:ext>
              </a:extLst>
            </p:cNvPr>
            <p:cNvSpPr txBox="1"/>
            <p:nvPr/>
          </p:nvSpPr>
          <p:spPr>
            <a:xfrm>
              <a:off x="4844441" y="2051530"/>
              <a:ext cx="6503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{GH}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D228DBF-F430-4D6D-5AEA-499C37E39B00}"/>
                </a:ext>
              </a:extLst>
            </p:cNvPr>
            <p:cNvSpPr txBox="1"/>
            <p:nvPr/>
          </p:nvSpPr>
          <p:spPr>
            <a:xfrm>
              <a:off x="6107484" y="2051530"/>
              <a:ext cx="4371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G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E335D8C-4C31-E1E4-C49C-63ED87C12ACB}"/>
                </a:ext>
              </a:extLst>
            </p:cNvPr>
            <p:cNvSpPr txBox="1"/>
            <p:nvPr/>
          </p:nvSpPr>
          <p:spPr>
            <a:xfrm>
              <a:off x="7305804" y="2073844"/>
              <a:ext cx="4371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Q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8AFB1EF-4F77-1D0C-A1AD-173E4391A44E}"/>
                </a:ext>
              </a:extLst>
            </p:cNvPr>
            <p:cNvSpPr txBox="1"/>
            <p:nvPr/>
          </p:nvSpPr>
          <p:spPr>
            <a:xfrm>
              <a:off x="8485339" y="2092933"/>
              <a:ext cx="4371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E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21A7A4C-7186-3B20-F537-924F1CAC5409}"/>
                </a:ext>
              </a:extLst>
            </p:cNvPr>
            <p:cNvSpPr txBox="1"/>
            <p:nvPr/>
          </p:nvSpPr>
          <p:spPr>
            <a:xfrm>
              <a:off x="9748382" y="2051530"/>
              <a:ext cx="4371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V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9DD2DBD-50D8-A305-0498-BE503C79AEE7}"/>
                </a:ext>
              </a:extLst>
            </p:cNvPr>
            <p:cNvSpPr txBox="1"/>
            <p:nvPr/>
          </p:nvSpPr>
          <p:spPr>
            <a:xfrm>
              <a:off x="10946702" y="2051530"/>
              <a:ext cx="6638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{LIR}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C1B6930-30BF-853E-C4FA-E691C26BE03A}"/>
              </a:ext>
            </a:extLst>
          </p:cNvPr>
          <p:cNvSpPr txBox="1"/>
          <p:nvPr/>
        </p:nvSpPr>
        <p:spPr>
          <a:xfrm>
            <a:off x="328810" y="3429000"/>
            <a:ext cx="117210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300.155 </a:t>
            </a:r>
            <a:r>
              <a:rPr lang="en-US" dirty="0">
                <a:sym typeface="Symbol" pitchFamily="2" charset="2"/>
              </a:rPr>
              <a:t></a:t>
            </a:r>
            <a:r>
              <a:rPr lang="en-US" dirty="0"/>
              <a:t> 415.182 </a:t>
            </a:r>
            <a:r>
              <a:rPr lang="en-US" dirty="0">
                <a:sym typeface="Symbol" pitchFamily="2" charset="2"/>
              </a:rPr>
              <a:t></a:t>
            </a:r>
            <a:r>
              <a:rPr lang="en-US" dirty="0"/>
              <a:t>  528.266 </a:t>
            </a:r>
            <a:r>
              <a:rPr lang="en-US" dirty="0">
                <a:sym typeface="Symbol" pitchFamily="2" charset="2"/>
              </a:rPr>
              <a:t></a:t>
            </a:r>
            <a:r>
              <a:rPr lang="en-US" dirty="0"/>
              <a:t>  599.303 </a:t>
            </a:r>
            <a:r>
              <a:rPr lang="en-US" dirty="0">
                <a:sym typeface="Symbol" pitchFamily="2" charset="2"/>
              </a:rPr>
              <a:t></a:t>
            </a:r>
            <a:r>
              <a:rPr lang="en-US" dirty="0"/>
              <a:t>  793.38 </a:t>
            </a:r>
            <a:r>
              <a:rPr lang="en-US" dirty="0">
                <a:sym typeface="Symbol" pitchFamily="2" charset="2"/>
              </a:rPr>
              <a:t></a:t>
            </a:r>
            <a:r>
              <a:rPr lang="en-US" dirty="0"/>
              <a:t>  850.405 </a:t>
            </a:r>
            <a:r>
              <a:rPr lang="en-US" dirty="0">
                <a:sym typeface="Symbol" pitchFamily="2" charset="2"/>
              </a:rPr>
              <a:t></a:t>
            </a:r>
            <a:r>
              <a:rPr lang="en-US" dirty="0"/>
              <a:t>  978.464 </a:t>
            </a:r>
            <a:r>
              <a:rPr lang="en-US" dirty="0">
                <a:sym typeface="Symbol" pitchFamily="2" charset="2"/>
              </a:rPr>
              <a:t></a:t>
            </a:r>
            <a:r>
              <a:rPr lang="en-US" dirty="0"/>
              <a:t>  1107.506 </a:t>
            </a:r>
            <a:r>
              <a:rPr lang="en-US" dirty="0">
                <a:sym typeface="Symbol" pitchFamily="2" charset="2"/>
              </a:rPr>
              <a:t></a:t>
            </a:r>
            <a:r>
              <a:rPr lang="en-US" dirty="0"/>
              <a:t>  1206.575 </a:t>
            </a:r>
            <a:r>
              <a:rPr lang="en-US" dirty="0">
                <a:sym typeface="Symbol" pitchFamily="2" charset="2"/>
              </a:rPr>
              <a:t></a:t>
            </a:r>
            <a:r>
              <a:rPr lang="en-US" dirty="0"/>
              <a:t> 1606.869</a:t>
            </a:r>
          </a:p>
          <a:p>
            <a:r>
              <a:rPr lang="en-US" dirty="0"/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D043C5-759A-AD2C-78F7-97187C2D91A5}"/>
              </a:ext>
            </a:extLst>
          </p:cNvPr>
          <p:cNvSpPr txBox="1"/>
          <p:nvPr/>
        </p:nvSpPr>
        <p:spPr>
          <a:xfrm>
            <a:off x="186630" y="4075331"/>
            <a:ext cx="11863191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</a:rPr>
              <a:t>401.287 </a:t>
            </a:r>
            <a:r>
              <a:rPr lang="en-US" dirty="0">
                <a:solidFill>
                  <a:srgbClr val="000000"/>
                </a:solidFill>
              </a:rPr>
              <a:t>,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</a:rPr>
              <a:t>499.234</a:t>
            </a:r>
            <a:r>
              <a:rPr lang="zh-CN" altLang="en-US" sz="1800" b="0" i="0" u="none" strike="noStrike" dirty="0">
                <a:solidFill>
                  <a:srgbClr val="000000"/>
                </a:solidFill>
                <a:effectLst/>
              </a:rPr>
              <a:t> </a:t>
            </a:r>
            <a:r>
              <a:rPr lang="en-US" altLang="zh-CN" sz="1800" b="0" i="0" u="none" strike="noStrike" dirty="0">
                <a:solidFill>
                  <a:srgbClr val="0070C0"/>
                </a:solidFill>
                <a:effectLst/>
              </a:rPr>
              <a:t>+</a:t>
            </a:r>
            <a:r>
              <a:rPr lang="zh-CN" altLang="en-US" sz="1800" b="0" i="0" u="none" strike="noStrike" dirty="0">
                <a:solidFill>
                  <a:srgbClr val="0070C0"/>
                </a:solidFill>
                <a:effectLst/>
              </a:rPr>
              <a:t> </a:t>
            </a:r>
            <a:r>
              <a:rPr lang="en-US" altLang="zh-CN" sz="1800" b="0" i="0" u="none" strike="noStrike" dirty="0">
                <a:solidFill>
                  <a:srgbClr val="0070C0"/>
                </a:solidFill>
                <a:effectLst/>
              </a:rPr>
              <a:t>100.069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</a:rPr>
              <a:t>, 500.355</a:t>
            </a:r>
            <a:r>
              <a:rPr lang="en-US" dirty="0">
                <a:solidFill>
                  <a:srgbClr val="000000"/>
                </a:solidFill>
              </a:rPr>
              <a:t>,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</a:rPr>
              <a:t>693.315</a:t>
            </a:r>
            <a:r>
              <a:rPr lang="en-US" altLang="zh-CN" dirty="0">
                <a:solidFill>
                  <a:srgbClr val="0070C0"/>
                </a:solidFill>
              </a:rPr>
              <a:t> +</a:t>
            </a:r>
            <a:r>
              <a:rPr lang="zh-CN" altLang="en-US" dirty="0">
                <a:solidFill>
                  <a:srgbClr val="0070C0"/>
                </a:solidFill>
              </a:rPr>
              <a:t> </a:t>
            </a:r>
            <a:r>
              <a:rPr lang="en-US" altLang="zh-CN" dirty="0">
                <a:solidFill>
                  <a:srgbClr val="0070C0"/>
                </a:solidFill>
              </a:rPr>
              <a:t>100.069</a:t>
            </a:r>
            <a:r>
              <a:rPr lang="en-US" dirty="0">
                <a:solidFill>
                  <a:srgbClr val="000000"/>
                </a:solidFill>
              </a:rPr>
              <a:t>,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</a:rPr>
              <a:t>814.478</a:t>
            </a:r>
            <a:r>
              <a:rPr lang="en-US" dirty="0">
                <a:solidFill>
                  <a:srgbClr val="000000"/>
                </a:solidFill>
              </a:rPr>
              <a:t>,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</a:rPr>
              <a:t>1007.437</a:t>
            </a:r>
            <a:r>
              <a:rPr lang="en-US" altLang="zh-CN" dirty="0">
                <a:solidFill>
                  <a:srgbClr val="0070C0"/>
                </a:solidFill>
              </a:rPr>
              <a:t> +</a:t>
            </a:r>
            <a:r>
              <a:rPr lang="zh-CN" altLang="en-US" dirty="0">
                <a:solidFill>
                  <a:srgbClr val="0070C0"/>
                </a:solidFill>
              </a:rPr>
              <a:t> </a:t>
            </a:r>
            <a:r>
              <a:rPr lang="en-US" altLang="zh-CN" dirty="0">
                <a:solidFill>
                  <a:srgbClr val="0070C0"/>
                </a:solidFill>
              </a:rPr>
              <a:t>100.069</a:t>
            </a:r>
            <a:r>
              <a:rPr lang="en-US" dirty="0">
                <a:solidFill>
                  <a:srgbClr val="000000"/>
                </a:solidFill>
              </a:rPr>
              <a:t>,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</a:rPr>
              <a:t>1008.558</a:t>
            </a:r>
            <a:r>
              <a:rPr lang="en-US" dirty="0">
                <a:solidFill>
                  <a:srgbClr val="000000"/>
                </a:solidFill>
              </a:rPr>
              <a:t>,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</a:rPr>
              <a:t>1106.506</a:t>
            </a:r>
            <a:r>
              <a:rPr lang="en-US" altLang="zh-CN" dirty="0">
                <a:solidFill>
                  <a:srgbClr val="0070C0"/>
                </a:solidFill>
              </a:rPr>
              <a:t> +</a:t>
            </a:r>
            <a:r>
              <a:rPr lang="zh-CN" altLang="en-US" dirty="0">
                <a:solidFill>
                  <a:srgbClr val="0070C0"/>
                </a:solidFill>
              </a:rPr>
              <a:t> </a:t>
            </a:r>
            <a:r>
              <a:rPr lang="en-US" altLang="zh-CN" dirty="0">
                <a:solidFill>
                  <a:srgbClr val="0070C0"/>
                </a:solidFill>
              </a:rPr>
              <a:t>100.069</a:t>
            </a:r>
            <a:endParaRPr lang="en-US" b="0" i="0" u="none" strike="noStrike" dirty="0">
              <a:solidFill>
                <a:srgbClr val="000000"/>
              </a:solidFill>
              <a:effectLst/>
            </a:endParaRPr>
          </a:p>
          <a:p>
            <a:pPr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2282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28E261D0-5394-9E36-8EB8-A1EF3003AA28}"/>
              </a:ext>
            </a:extLst>
          </p:cNvPr>
          <p:cNvGrpSpPr/>
          <p:nvPr/>
        </p:nvGrpSpPr>
        <p:grpSpPr>
          <a:xfrm>
            <a:off x="4669013" y="1191762"/>
            <a:ext cx="2853973" cy="1756689"/>
            <a:chOff x="4266007" y="2155669"/>
            <a:chExt cx="3027421" cy="188248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B71A701-8D4E-FBC2-69AC-F91CF3EF9354}"/>
                </a:ext>
              </a:extLst>
            </p:cNvPr>
            <p:cNvCxnSpPr/>
            <p:nvPr/>
          </p:nvCxnSpPr>
          <p:spPr>
            <a:xfrm>
              <a:off x="4266007" y="2155669"/>
              <a:ext cx="0" cy="18663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E5B73E0F-9898-31F7-B07E-DA0653A0C4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66007" y="4038152"/>
              <a:ext cx="302742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BE897D9-685F-360B-4FFF-2F6CD9BE4F8E}"/>
                </a:ext>
              </a:extLst>
            </p:cNvPr>
            <p:cNvCxnSpPr>
              <a:cxnSpLocks/>
            </p:cNvCxnSpPr>
            <p:nvPr/>
          </p:nvCxnSpPr>
          <p:spPr>
            <a:xfrm>
              <a:off x="4766749" y="2732314"/>
              <a:ext cx="0" cy="1305838"/>
            </a:xfrm>
            <a:prstGeom prst="line">
              <a:avLst/>
            </a:prstGeom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EEB95C7-B629-5236-D83C-459CE24DBAB1}"/>
                </a:ext>
              </a:extLst>
            </p:cNvPr>
            <p:cNvCxnSpPr>
              <a:cxnSpLocks/>
            </p:cNvCxnSpPr>
            <p:nvPr/>
          </p:nvCxnSpPr>
          <p:spPr>
            <a:xfrm>
              <a:off x="5289263" y="2253492"/>
              <a:ext cx="0" cy="1768555"/>
            </a:xfrm>
            <a:prstGeom prst="line">
              <a:avLst/>
            </a:prstGeom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4114888-D714-63B2-A8ED-CBC9E629616D}"/>
                </a:ext>
              </a:extLst>
            </p:cNvPr>
            <p:cNvCxnSpPr>
              <a:cxnSpLocks/>
            </p:cNvCxnSpPr>
            <p:nvPr/>
          </p:nvCxnSpPr>
          <p:spPr>
            <a:xfrm>
              <a:off x="5811777" y="3037114"/>
              <a:ext cx="0" cy="1001038"/>
            </a:xfrm>
            <a:prstGeom prst="line">
              <a:avLst/>
            </a:prstGeom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56B3501-6E0A-FFF7-199F-D9326FCB2F36}"/>
                </a:ext>
              </a:extLst>
            </p:cNvPr>
            <p:cNvCxnSpPr>
              <a:cxnSpLocks/>
            </p:cNvCxnSpPr>
            <p:nvPr/>
          </p:nvCxnSpPr>
          <p:spPr>
            <a:xfrm>
              <a:off x="6356063" y="3254828"/>
              <a:ext cx="0" cy="783324"/>
            </a:xfrm>
            <a:prstGeom prst="line">
              <a:avLst/>
            </a:prstGeom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070BD58-C54B-637B-FAA6-60768FDEF288}"/>
              </a:ext>
            </a:extLst>
          </p:cNvPr>
          <p:cNvGrpSpPr/>
          <p:nvPr/>
        </p:nvGrpSpPr>
        <p:grpSpPr>
          <a:xfrm>
            <a:off x="1107594" y="1175657"/>
            <a:ext cx="2853973" cy="1756689"/>
            <a:chOff x="880550" y="2144783"/>
            <a:chExt cx="3027421" cy="1882483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8E27F1C-57B6-9701-8086-AC905B93998A}"/>
                </a:ext>
              </a:extLst>
            </p:cNvPr>
            <p:cNvCxnSpPr>
              <a:cxnSpLocks/>
            </p:cNvCxnSpPr>
            <p:nvPr/>
          </p:nvCxnSpPr>
          <p:spPr>
            <a:xfrm>
              <a:off x="880550" y="2144783"/>
              <a:ext cx="0" cy="18663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CBC42D0A-9E1A-A880-4188-7223635A61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0550" y="4027266"/>
              <a:ext cx="302742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20A6B1B-A734-C0B9-F1B9-3D26A233024B}"/>
                </a:ext>
              </a:extLst>
            </p:cNvPr>
            <p:cNvCxnSpPr>
              <a:cxnSpLocks/>
            </p:cNvCxnSpPr>
            <p:nvPr/>
          </p:nvCxnSpPr>
          <p:spPr>
            <a:xfrm>
              <a:off x="1381292" y="2721428"/>
              <a:ext cx="0" cy="1305838"/>
            </a:xfrm>
            <a:prstGeom prst="line">
              <a:avLst/>
            </a:prstGeom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274E1E9-1398-6FC9-816A-4AE1EE6864E8}"/>
                </a:ext>
              </a:extLst>
            </p:cNvPr>
            <p:cNvCxnSpPr>
              <a:cxnSpLocks/>
            </p:cNvCxnSpPr>
            <p:nvPr/>
          </p:nvCxnSpPr>
          <p:spPr>
            <a:xfrm>
              <a:off x="1903806" y="2242606"/>
              <a:ext cx="0" cy="1768555"/>
            </a:xfrm>
            <a:prstGeom prst="line">
              <a:avLst/>
            </a:prstGeom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9B03688-38DA-8659-2A0B-655F41BD8D53}"/>
                </a:ext>
              </a:extLst>
            </p:cNvPr>
            <p:cNvCxnSpPr>
              <a:cxnSpLocks/>
            </p:cNvCxnSpPr>
            <p:nvPr/>
          </p:nvCxnSpPr>
          <p:spPr>
            <a:xfrm>
              <a:off x="2426320" y="3026228"/>
              <a:ext cx="0" cy="1001038"/>
            </a:xfrm>
            <a:prstGeom prst="line">
              <a:avLst/>
            </a:prstGeom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8305198-7F9F-D5BD-8C98-9E75C415D1C1}"/>
                </a:ext>
              </a:extLst>
            </p:cNvPr>
            <p:cNvCxnSpPr>
              <a:cxnSpLocks/>
            </p:cNvCxnSpPr>
            <p:nvPr/>
          </p:nvCxnSpPr>
          <p:spPr>
            <a:xfrm>
              <a:off x="2970606" y="3243942"/>
              <a:ext cx="0" cy="783324"/>
            </a:xfrm>
            <a:prstGeom prst="line">
              <a:avLst/>
            </a:prstGeom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60357AD-A74D-53E8-B6BA-2EBA93AE5817}"/>
              </a:ext>
            </a:extLst>
          </p:cNvPr>
          <p:cNvGrpSpPr/>
          <p:nvPr/>
        </p:nvGrpSpPr>
        <p:grpSpPr>
          <a:xfrm>
            <a:off x="8240720" y="1191762"/>
            <a:ext cx="2853973" cy="1756689"/>
            <a:chOff x="7945379" y="2144783"/>
            <a:chExt cx="3027421" cy="1882483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E5DA497-032A-4CFE-F952-CB47C0DEDFF4}"/>
                </a:ext>
              </a:extLst>
            </p:cNvPr>
            <p:cNvCxnSpPr/>
            <p:nvPr/>
          </p:nvCxnSpPr>
          <p:spPr>
            <a:xfrm>
              <a:off x="7945379" y="2144783"/>
              <a:ext cx="0" cy="18663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796180E-F890-3A47-24E3-52F088AEEA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45379" y="4027266"/>
              <a:ext cx="302742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385B258-1CC1-E4C4-D503-73C287C239E3}"/>
                </a:ext>
              </a:extLst>
            </p:cNvPr>
            <p:cNvCxnSpPr>
              <a:cxnSpLocks/>
            </p:cNvCxnSpPr>
            <p:nvPr/>
          </p:nvCxnSpPr>
          <p:spPr>
            <a:xfrm>
              <a:off x="8446121" y="2721428"/>
              <a:ext cx="0" cy="1305838"/>
            </a:xfrm>
            <a:prstGeom prst="line">
              <a:avLst/>
            </a:prstGeom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50A5AA1-5DDC-ED1E-F72D-C724CC1E1357}"/>
                </a:ext>
              </a:extLst>
            </p:cNvPr>
            <p:cNvCxnSpPr>
              <a:cxnSpLocks/>
            </p:cNvCxnSpPr>
            <p:nvPr/>
          </p:nvCxnSpPr>
          <p:spPr>
            <a:xfrm>
              <a:off x="8968635" y="2242606"/>
              <a:ext cx="0" cy="1768555"/>
            </a:xfrm>
            <a:prstGeom prst="line">
              <a:avLst/>
            </a:prstGeom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3B3D885-CDE7-7C02-6486-80399FD69274}"/>
                </a:ext>
              </a:extLst>
            </p:cNvPr>
            <p:cNvCxnSpPr>
              <a:cxnSpLocks/>
            </p:cNvCxnSpPr>
            <p:nvPr/>
          </p:nvCxnSpPr>
          <p:spPr>
            <a:xfrm>
              <a:off x="9491149" y="3026228"/>
              <a:ext cx="0" cy="1001038"/>
            </a:xfrm>
            <a:prstGeom prst="line">
              <a:avLst/>
            </a:prstGeom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7B641DE-A3A2-D5C0-A1DA-40E2E31B0D95}"/>
                </a:ext>
              </a:extLst>
            </p:cNvPr>
            <p:cNvCxnSpPr>
              <a:cxnSpLocks/>
            </p:cNvCxnSpPr>
            <p:nvPr/>
          </p:nvCxnSpPr>
          <p:spPr>
            <a:xfrm>
              <a:off x="10035435" y="3243942"/>
              <a:ext cx="0" cy="783324"/>
            </a:xfrm>
            <a:prstGeom prst="line">
              <a:avLst/>
            </a:prstGeom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522A655-DD01-7FD7-B813-247A6AB81E61}"/>
              </a:ext>
            </a:extLst>
          </p:cNvPr>
          <p:cNvGrpSpPr/>
          <p:nvPr/>
        </p:nvGrpSpPr>
        <p:grpSpPr>
          <a:xfrm>
            <a:off x="4669013" y="3704184"/>
            <a:ext cx="2853973" cy="1756689"/>
            <a:chOff x="880550" y="2144783"/>
            <a:chExt cx="3027421" cy="1882483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BDB9853-EAB8-1313-A3FB-61032000DB30}"/>
                </a:ext>
              </a:extLst>
            </p:cNvPr>
            <p:cNvCxnSpPr>
              <a:cxnSpLocks/>
            </p:cNvCxnSpPr>
            <p:nvPr/>
          </p:nvCxnSpPr>
          <p:spPr>
            <a:xfrm>
              <a:off x="880550" y="2144783"/>
              <a:ext cx="0" cy="18663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6C4C6F8D-D0CD-D2A8-0AA9-3FE4623071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0550" y="4027266"/>
              <a:ext cx="302742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0C09BF7-F892-1022-4194-ACB328117BBA}"/>
                </a:ext>
              </a:extLst>
            </p:cNvPr>
            <p:cNvCxnSpPr>
              <a:cxnSpLocks/>
            </p:cNvCxnSpPr>
            <p:nvPr/>
          </p:nvCxnSpPr>
          <p:spPr>
            <a:xfrm>
              <a:off x="1903806" y="2242606"/>
              <a:ext cx="0" cy="176855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AEBC3BC-E0D0-E9D1-3A76-5EF28F4C3C03}"/>
                </a:ext>
              </a:extLst>
            </p:cNvPr>
            <p:cNvCxnSpPr>
              <a:cxnSpLocks/>
            </p:cNvCxnSpPr>
            <p:nvPr/>
          </p:nvCxnSpPr>
          <p:spPr>
            <a:xfrm>
              <a:off x="2426320" y="3026228"/>
              <a:ext cx="0" cy="1001038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109D252-6A7B-2DA5-6508-4915CC96AE16}"/>
                </a:ext>
              </a:extLst>
            </p:cNvPr>
            <p:cNvCxnSpPr>
              <a:cxnSpLocks/>
            </p:cNvCxnSpPr>
            <p:nvPr/>
          </p:nvCxnSpPr>
          <p:spPr>
            <a:xfrm>
              <a:off x="2970606" y="3243942"/>
              <a:ext cx="0" cy="783324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2F2B8E9-3444-3B34-D220-D7426C5C89EE}"/>
              </a:ext>
            </a:extLst>
          </p:cNvPr>
          <p:cNvGrpSpPr/>
          <p:nvPr/>
        </p:nvGrpSpPr>
        <p:grpSpPr>
          <a:xfrm>
            <a:off x="606854" y="3663326"/>
            <a:ext cx="2853973" cy="1756689"/>
            <a:chOff x="880550" y="2144783"/>
            <a:chExt cx="3027421" cy="1882483"/>
          </a:xfrm>
        </p:grpSpPr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E56795AA-95CC-54B6-BD63-E564D4FB3259}"/>
                </a:ext>
              </a:extLst>
            </p:cNvPr>
            <p:cNvCxnSpPr>
              <a:cxnSpLocks/>
            </p:cNvCxnSpPr>
            <p:nvPr/>
          </p:nvCxnSpPr>
          <p:spPr>
            <a:xfrm>
              <a:off x="880550" y="2144783"/>
              <a:ext cx="0" cy="18663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BCD0BF7C-C6DA-5D10-CD0F-51ED1907E4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0550" y="4027266"/>
              <a:ext cx="302742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0381E0A-B139-BEBB-CACA-A5090204CA92}"/>
                </a:ext>
              </a:extLst>
            </p:cNvPr>
            <p:cNvCxnSpPr>
              <a:cxnSpLocks/>
            </p:cNvCxnSpPr>
            <p:nvPr/>
          </p:nvCxnSpPr>
          <p:spPr>
            <a:xfrm>
              <a:off x="1903806" y="2242606"/>
              <a:ext cx="0" cy="176855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379B234B-02D6-90F4-51A4-2072A10DA17E}"/>
                </a:ext>
              </a:extLst>
            </p:cNvPr>
            <p:cNvCxnSpPr>
              <a:cxnSpLocks/>
            </p:cNvCxnSpPr>
            <p:nvPr/>
          </p:nvCxnSpPr>
          <p:spPr>
            <a:xfrm>
              <a:off x="2426320" y="3026228"/>
              <a:ext cx="0" cy="1001038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5275F19E-F77E-823F-C52C-01BE4A98EC7E}"/>
                </a:ext>
              </a:extLst>
            </p:cNvPr>
            <p:cNvCxnSpPr>
              <a:cxnSpLocks/>
            </p:cNvCxnSpPr>
            <p:nvPr/>
          </p:nvCxnSpPr>
          <p:spPr>
            <a:xfrm>
              <a:off x="2970606" y="3243942"/>
              <a:ext cx="0" cy="783324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6721783-672A-9EEF-378B-AF33B3B278A9}"/>
              </a:ext>
            </a:extLst>
          </p:cNvPr>
          <p:cNvGrpSpPr/>
          <p:nvPr/>
        </p:nvGrpSpPr>
        <p:grpSpPr>
          <a:xfrm>
            <a:off x="8748074" y="3663326"/>
            <a:ext cx="2853973" cy="1756689"/>
            <a:chOff x="880550" y="2144783"/>
            <a:chExt cx="3027421" cy="1882483"/>
          </a:xfrm>
        </p:grpSpPr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702ABA25-4E14-4499-A113-CC07B35319AD}"/>
                </a:ext>
              </a:extLst>
            </p:cNvPr>
            <p:cNvCxnSpPr>
              <a:cxnSpLocks/>
            </p:cNvCxnSpPr>
            <p:nvPr/>
          </p:nvCxnSpPr>
          <p:spPr>
            <a:xfrm>
              <a:off x="880550" y="2144783"/>
              <a:ext cx="0" cy="18663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7C6CE620-C78B-EE96-C5A5-7CFFD1F89E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0550" y="4027266"/>
              <a:ext cx="302742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1C3BBB4-B8EB-F6E6-3AD8-1465916F92BE}"/>
                </a:ext>
              </a:extLst>
            </p:cNvPr>
            <p:cNvCxnSpPr>
              <a:cxnSpLocks/>
            </p:cNvCxnSpPr>
            <p:nvPr/>
          </p:nvCxnSpPr>
          <p:spPr>
            <a:xfrm>
              <a:off x="1903806" y="2242606"/>
              <a:ext cx="0" cy="176855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4885E425-0B3B-E4E7-77C8-C2B4EC9901A1}"/>
                </a:ext>
              </a:extLst>
            </p:cNvPr>
            <p:cNvCxnSpPr>
              <a:cxnSpLocks/>
            </p:cNvCxnSpPr>
            <p:nvPr/>
          </p:nvCxnSpPr>
          <p:spPr>
            <a:xfrm>
              <a:off x="2426320" y="3026228"/>
              <a:ext cx="0" cy="1001038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2737E11E-A936-38C4-7441-404D5561CCC6}"/>
                </a:ext>
              </a:extLst>
            </p:cNvPr>
            <p:cNvCxnSpPr>
              <a:cxnSpLocks/>
            </p:cNvCxnSpPr>
            <p:nvPr/>
          </p:nvCxnSpPr>
          <p:spPr>
            <a:xfrm>
              <a:off x="2970606" y="3243942"/>
              <a:ext cx="0" cy="783324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66C80D5-29C9-D5B6-0B08-F4F0EB2A195A}"/>
              </a:ext>
            </a:extLst>
          </p:cNvPr>
          <p:cNvCxnSpPr>
            <a:cxnSpLocks/>
          </p:cNvCxnSpPr>
          <p:nvPr/>
        </p:nvCxnSpPr>
        <p:spPr>
          <a:xfrm>
            <a:off x="1579647" y="3098800"/>
            <a:ext cx="0" cy="501937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CC97EAD0-A5AB-2871-38BE-891AA1A9B3F2}"/>
              </a:ext>
            </a:extLst>
          </p:cNvPr>
          <p:cNvCxnSpPr>
            <a:cxnSpLocks/>
          </p:cNvCxnSpPr>
          <p:nvPr/>
        </p:nvCxnSpPr>
        <p:spPr>
          <a:xfrm flipH="1">
            <a:off x="2051839" y="3202247"/>
            <a:ext cx="138" cy="885719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8F38013-93D4-F1E5-C4DE-94959D5A073B}"/>
              </a:ext>
            </a:extLst>
          </p:cNvPr>
          <p:cNvCxnSpPr>
            <a:cxnSpLocks/>
          </p:cNvCxnSpPr>
          <p:nvPr/>
        </p:nvCxnSpPr>
        <p:spPr>
          <a:xfrm>
            <a:off x="2564941" y="3290460"/>
            <a:ext cx="12225" cy="1195410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CF9B318A-59CB-927F-7F50-A2705B481C0E}"/>
              </a:ext>
            </a:extLst>
          </p:cNvPr>
          <p:cNvCxnSpPr>
            <a:cxnSpLocks/>
          </p:cNvCxnSpPr>
          <p:nvPr/>
        </p:nvCxnSpPr>
        <p:spPr>
          <a:xfrm>
            <a:off x="5633644" y="3098570"/>
            <a:ext cx="0" cy="502167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8A76A472-E832-8909-B705-9B3AC6EBD8EA}"/>
              </a:ext>
            </a:extLst>
          </p:cNvPr>
          <p:cNvCxnSpPr>
            <a:cxnSpLocks/>
          </p:cNvCxnSpPr>
          <p:nvPr/>
        </p:nvCxnSpPr>
        <p:spPr>
          <a:xfrm>
            <a:off x="6163399" y="3252445"/>
            <a:ext cx="0" cy="980888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CC8CC97-AA1B-2600-8B82-72AEED64C271}"/>
              </a:ext>
            </a:extLst>
          </p:cNvPr>
          <p:cNvCxnSpPr>
            <a:cxnSpLocks/>
          </p:cNvCxnSpPr>
          <p:nvPr/>
        </p:nvCxnSpPr>
        <p:spPr>
          <a:xfrm>
            <a:off x="6639325" y="3202247"/>
            <a:ext cx="0" cy="1372767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39D40A36-C505-0C59-314A-E6A5E0D76AC8}"/>
              </a:ext>
            </a:extLst>
          </p:cNvPr>
          <p:cNvCxnSpPr>
            <a:cxnSpLocks/>
          </p:cNvCxnSpPr>
          <p:nvPr/>
        </p:nvCxnSpPr>
        <p:spPr>
          <a:xfrm>
            <a:off x="9712705" y="3098570"/>
            <a:ext cx="0" cy="494081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8DCF76C-188E-C573-97CD-48F27F87AD72}"/>
              </a:ext>
            </a:extLst>
          </p:cNvPr>
          <p:cNvCxnSpPr>
            <a:cxnSpLocks/>
          </p:cNvCxnSpPr>
          <p:nvPr/>
        </p:nvCxnSpPr>
        <p:spPr>
          <a:xfrm>
            <a:off x="10205283" y="3202247"/>
            <a:ext cx="0" cy="1057088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B8561046-E73F-E29B-88BB-8314CDFEBE21}"/>
              </a:ext>
            </a:extLst>
          </p:cNvPr>
          <p:cNvSpPr txBox="1"/>
          <p:nvPr/>
        </p:nvSpPr>
        <p:spPr>
          <a:xfrm>
            <a:off x="4997772" y="379501"/>
            <a:ext cx="4034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Theoretical Intensity Distribution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0FED0AD-A14D-2857-682D-F855BEF3E26A}"/>
              </a:ext>
            </a:extLst>
          </p:cNvPr>
          <p:cNvSpPr txBox="1"/>
          <p:nvPr/>
        </p:nvSpPr>
        <p:spPr>
          <a:xfrm>
            <a:off x="4997780" y="5992158"/>
            <a:ext cx="4034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Observed Intensity Distribution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6FB04C4-E7D2-8CFD-FD72-BFF1CEE224AC}"/>
              </a:ext>
            </a:extLst>
          </p:cNvPr>
          <p:cNvSpPr txBox="1"/>
          <p:nvPr/>
        </p:nvSpPr>
        <p:spPr>
          <a:xfrm>
            <a:off x="5249005" y="5475902"/>
            <a:ext cx="18287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High Similarity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4E79019-7E46-99A5-07F0-CD2C2CA988B0}"/>
              </a:ext>
            </a:extLst>
          </p:cNvPr>
          <p:cNvSpPr txBox="1"/>
          <p:nvPr/>
        </p:nvSpPr>
        <p:spPr>
          <a:xfrm>
            <a:off x="1249118" y="5460873"/>
            <a:ext cx="18287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Low Similarity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CB57788-5AA3-7956-5888-E449639DF687}"/>
              </a:ext>
            </a:extLst>
          </p:cNvPr>
          <p:cNvSpPr txBox="1"/>
          <p:nvPr/>
        </p:nvSpPr>
        <p:spPr>
          <a:xfrm>
            <a:off x="9265905" y="5460873"/>
            <a:ext cx="18287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Low Similarity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EB06D91B-2C03-E765-9623-3FB0A4A8B477}"/>
              </a:ext>
            </a:extLst>
          </p:cNvPr>
          <p:cNvCxnSpPr>
            <a:cxnSpLocks/>
          </p:cNvCxnSpPr>
          <p:nvPr/>
        </p:nvCxnSpPr>
        <p:spPr>
          <a:xfrm>
            <a:off x="5115400" y="4233333"/>
            <a:ext cx="0" cy="1218577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5F68FA84-68AD-D25E-F311-1C3E783DB736}"/>
              </a:ext>
            </a:extLst>
          </p:cNvPr>
          <p:cNvSpPr txBox="1"/>
          <p:nvPr/>
        </p:nvSpPr>
        <p:spPr>
          <a:xfrm>
            <a:off x="3471434" y="5729832"/>
            <a:ext cx="13493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Predicted Monoisotopic Values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C8D49CE3-FD4A-8699-479E-80B2735FDF4C}"/>
              </a:ext>
            </a:extLst>
          </p:cNvPr>
          <p:cNvCxnSpPr/>
          <p:nvPr/>
        </p:nvCxnSpPr>
        <p:spPr>
          <a:xfrm flipV="1">
            <a:off x="4548554" y="5533292"/>
            <a:ext cx="449218" cy="1965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79985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709</TotalTime>
  <Words>96</Words>
  <Application>Microsoft Macintosh PowerPoint</Application>
  <PresentationFormat>Widescreen</PresentationFormat>
  <Paragraphs>22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Symbol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Sunan Xu</dc:creator>
  <cp:lastModifiedBy>Sunan Xu</cp:lastModifiedBy>
  <cp:revision>3</cp:revision>
  <dcterms:created xsi:type="dcterms:W3CDTF">2026-04-30T19:31:29Z</dcterms:created>
  <dcterms:modified xsi:type="dcterms:W3CDTF">2026-05-01T07:21:17Z</dcterms:modified>
</cp:coreProperties>
</file>