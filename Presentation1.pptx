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3" r:id="rId5"/>
    <p:sldId id="258" r:id="rId6"/>
    <p:sldId id="264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29"/>
    <p:restoredTop sz="94740"/>
  </p:normalViewPr>
  <p:slideViewPr>
    <p:cSldViewPr snapToGrid="0">
      <p:cViewPr>
        <p:scale>
          <a:sx n="132" d="100"/>
          <a:sy n="132" d="100"/>
        </p:scale>
        <p:origin x="-792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E70A5B-2C87-1846-A4B4-85E86F9B06B4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3764EE-0FA6-4C47-A4F7-560EC47D3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177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764EE-0FA6-4C47-A4F7-560EC47D34E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484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6A5F-ED35-ABD3-9EB7-DE3856D7C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7EC6F9-30F6-CB93-4B7A-DAA413C4F1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AA4E7-8F04-A7A2-7EBC-362D89AB3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B2FC0-41F1-9C4F-9BB0-7D4C57C2D36D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32A08-6ACA-2C53-F7A6-0516A6CE8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8E355-F886-CC8E-DFF3-7CFC100B6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68AE-FD8A-6F4A-B25F-8BA3CE579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052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CB4ED-A43C-4ECC-BDC2-CAC4BADE3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5ECF5-08D1-0CDE-42F3-74AE32E60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ED5B5-8772-2B6B-EF3C-D3F5F287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B2FC0-41F1-9C4F-9BB0-7D4C57C2D36D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D178B-CDD7-4B38-E55A-12ECC84C4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A6937-9C8A-95E3-C364-5BDE3852C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68AE-FD8A-6F4A-B25F-8BA3CE579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901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94583-B602-5BAE-CFC9-71A61085F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5942D-6D6F-1CB0-D5F1-C78169642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891F0-2C98-F3AE-73CD-D2FB10B2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B2FC0-41F1-9C4F-9BB0-7D4C57C2D36D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0E4F3-D67A-8BED-EBA6-0FF72F361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914F4-A65B-D2E9-30FA-B908AB6C9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68AE-FD8A-6F4A-B25F-8BA3CE579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2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64339-39D3-691C-4823-BAE9A8E6C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D6F48-5786-C19E-7FB0-E406C4558B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44A8B0-873A-0031-2FE4-A9220804B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BD62B-F1DF-ECDF-D9E2-08CDD51EB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B2FC0-41F1-9C4F-9BB0-7D4C57C2D36D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3483A-1D46-FC1A-185C-2429AA0CB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C5C4A-FE4C-0F76-EDDE-129C0D87E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68AE-FD8A-6F4A-B25F-8BA3CE579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260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02E1A-7717-99CD-0A45-58F032C3C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E9624-8A15-4D43-B2D9-9A772B939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EA434-6D64-3C1D-06D3-D3963CF1C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D3CB80-5C07-AC05-C3C1-1B897615F4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78CDE0-5C4A-2562-B57D-DDE20161D3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E43E87-9D27-A3AC-9107-BEEC28B9B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B2FC0-41F1-9C4F-9BB0-7D4C57C2D36D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6B75E4-985D-1ED4-6D6A-0BB1B8AF5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02F0C-567C-E543-A0E0-2D2DEB89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68AE-FD8A-6F4A-B25F-8BA3CE579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489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CF0E9-9071-3D28-D1A5-9B5435B4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C0DB4-7FAF-7774-9EA0-FDAEC8AF7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B2FC0-41F1-9C4F-9BB0-7D4C57C2D36D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519CB8-EF5C-8951-493B-6D4C405D7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4B1DB7-E7DC-94D2-18B9-25B61D834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68AE-FD8A-6F4A-B25F-8BA3CE579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516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E9B0B2-07EA-0B56-3549-DF426CA5A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B2FC0-41F1-9C4F-9BB0-7D4C57C2D36D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6FE9F7-F8E5-73F7-9232-121E03C89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05909-BA2E-C093-E8F1-C64AD2290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68AE-FD8A-6F4A-B25F-8BA3CE579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82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10CF3-A6DC-DCB9-4ACC-C9AABC4BC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8C345-0E4F-EF90-8460-E8F04A104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1F03CF-9FD4-B23C-2E96-E7A5A1F97B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E66BD-86FF-D570-A8DD-9AB821919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B2FC0-41F1-9C4F-9BB0-7D4C57C2D36D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92E45-E1E9-BF5F-3560-3692941B0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C6FBF-AB48-A7F2-8F28-629CF0C07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68AE-FD8A-6F4A-B25F-8BA3CE579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755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9D237-EB35-7C8F-F082-9AC79C5C9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E7D476-F5D5-5344-5D07-EBE0B12CC1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D9F0C-713C-6DC0-77FC-3E490975A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DF62E-7FE9-A4AB-F478-1FA73F10B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B2FC0-41F1-9C4F-9BB0-7D4C57C2D36D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9A7B9-E273-A7CD-868E-15B0FB57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0938D-C968-845F-4FDA-F174F0DCE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68AE-FD8A-6F4A-B25F-8BA3CE579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419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2DCC3-21F0-B6BE-4797-65F271708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B22A0-63E7-1C3A-BF87-B7D3FF965C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78310-1FBE-DB12-25C2-988FB49C3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B2FC0-41F1-9C4F-9BB0-7D4C57C2D36D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8F175-7871-D467-5FAF-6A2BBB8C4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89118-4EBB-99F5-A90E-547E0A42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68AE-FD8A-6F4A-B25F-8BA3CE579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777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6A2EAB-6F0E-FB49-1A21-87DD05537D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2405F2-3C5D-F1D9-EFAD-A2391F6E8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D1B7C-7D3D-C98C-E837-5EA9B88F4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B2FC0-41F1-9C4F-9BB0-7D4C57C2D36D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FF141-329D-AA10-709B-C2BC05BC8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955BB-F29C-66C8-4B5F-CD7474280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268AE-FD8A-6F4A-B25F-8BA3CE579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523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800DF3-5FB2-CFA2-13FD-FD465AD03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6630E-4C51-91F7-3C4C-D957B66EC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E8519-7E9F-ECB5-F3CC-265159FEA3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6B2FC0-41F1-9C4F-9BB0-7D4C57C2D36D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1477-53D0-5E11-7F8E-09A3711C76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820B0-A753-7C44-DD01-94BE03C9F8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9268AE-FD8A-6F4A-B25F-8BA3CE579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95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CF896-D97B-9515-F567-D6B3F23779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51708-C00E-15C6-4CB9-B3B4B194F2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4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40BB947-1096-E29D-102E-363F4B4590EB}"/>
              </a:ext>
            </a:extLst>
          </p:cNvPr>
          <p:cNvGrpSpPr/>
          <p:nvPr/>
        </p:nvGrpSpPr>
        <p:grpSpPr>
          <a:xfrm>
            <a:off x="235494" y="1490598"/>
            <a:ext cx="11721011" cy="783777"/>
            <a:chOff x="153662" y="1678488"/>
            <a:chExt cx="11721011" cy="78377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07A5BAF-06EF-F47A-6059-A8A5EF43CB30}"/>
                </a:ext>
              </a:extLst>
            </p:cNvPr>
            <p:cNvSpPr txBox="1"/>
            <p:nvPr/>
          </p:nvSpPr>
          <p:spPr>
            <a:xfrm>
              <a:off x="153662" y="1678488"/>
              <a:ext cx="1172101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300.155 </a:t>
              </a:r>
              <a:r>
                <a:rPr lang="en-US" dirty="0">
                  <a:sym typeface="Symbol" pitchFamily="2" charset="2"/>
                </a:rPr>
                <a:t></a:t>
              </a:r>
              <a:r>
                <a:rPr lang="en-US" dirty="0"/>
                <a:t> 415.182 </a:t>
              </a:r>
              <a:r>
                <a:rPr lang="en-US" dirty="0">
                  <a:sym typeface="Symbol" pitchFamily="2" charset="2"/>
                </a:rPr>
                <a:t></a:t>
              </a:r>
              <a:r>
                <a:rPr lang="en-US" dirty="0"/>
                <a:t>  528.266 </a:t>
              </a:r>
              <a:r>
                <a:rPr lang="en-US" dirty="0">
                  <a:sym typeface="Symbol" pitchFamily="2" charset="2"/>
                </a:rPr>
                <a:t></a:t>
              </a:r>
              <a:r>
                <a:rPr lang="en-US" dirty="0"/>
                <a:t>  599.303 </a:t>
              </a:r>
              <a:r>
                <a:rPr lang="en-US" dirty="0">
                  <a:sym typeface="Symbol" pitchFamily="2" charset="2"/>
                </a:rPr>
                <a:t></a:t>
              </a:r>
              <a:r>
                <a:rPr lang="en-US" dirty="0"/>
                <a:t>  793.38 </a:t>
              </a:r>
              <a:r>
                <a:rPr lang="en-US" dirty="0">
                  <a:sym typeface="Symbol" pitchFamily="2" charset="2"/>
                </a:rPr>
                <a:t></a:t>
              </a:r>
              <a:r>
                <a:rPr lang="en-US" dirty="0"/>
                <a:t>  850.405 </a:t>
              </a:r>
              <a:r>
                <a:rPr lang="en-US" dirty="0">
                  <a:sym typeface="Symbol" pitchFamily="2" charset="2"/>
                </a:rPr>
                <a:t></a:t>
              </a:r>
              <a:r>
                <a:rPr lang="en-US" dirty="0"/>
                <a:t>  978.464 </a:t>
              </a:r>
              <a:r>
                <a:rPr lang="en-US" dirty="0">
                  <a:sym typeface="Symbol" pitchFamily="2" charset="2"/>
                </a:rPr>
                <a:t></a:t>
              </a:r>
              <a:r>
                <a:rPr lang="en-US" dirty="0"/>
                <a:t>  1107.506 </a:t>
              </a:r>
              <a:r>
                <a:rPr lang="en-US" dirty="0">
                  <a:sym typeface="Symbol" pitchFamily="2" charset="2"/>
                </a:rPr>
                <a:t></a:t>
              </a:r>
              <a:r>
                <a:rPr lang="en-US" dirty="0"/>
                <a:t>  1206.575 </a:t>
              </a:r>
              <a:r>
                <a:rPr lang="en-US" dirty="0">
                  <a:sym typeface="Symbol" pitchFamily="2" charset="2"/>
                </a:rPr>
                <a:t></a:t>
              </a:r>
              <a:r>
                <a:rPr lang="en-US" dirty="0"/>
                <a:t> 1606.869</a:t>
              </a:r>
            </a:p>
            <a:p>
              <a:r>
                <a:rPr lang="en-US" dirty="0"/>
                <a:t> 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0B18AE0-6487-2BD4-0746-84BBA4A4FA84}"/>
                </a:ext>
              </a:extLst>
            </p:cNvPr>
            <p:cNvSpPr txBox="1"/>
            <p:nvPr/>
          </p:nvSpPr>
          <p:spPr>
            <a:xfrm>
              <a:off x="405009" y="2057977"/>
              <a:ext cx="7849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{VEA}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D9FB149-E65E-BC03-9643-A37279ADF130}"/>
                </a:ext>
              </a:extLst>
            </p:cNvPr>
            <p:cNvSpPr txBox="1"/>
            <p:nvPr/>
          </p:nvSpPr>
          <p:spPr>
            <a:xfrm>
              <a:off x="1559491" y="2052899"/>
              <a:ext cx="294362" cy="379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CC56F0A-DA14-C458-7BD7-27215D08D074}"/>
                </a:ext>
              </a:extLst>
            </p:cNvPr>
            <p:cNvSpPr txBox="1"/>
            <p:nvPr/>
          </p:nvSpPr>
          <p:spPr>
            <a:xfrm>
              <a:off x="2739026" y="2052899"/>
              <a:ext cx="2943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63A85B3-02E5-D0E3-8E1B-BE19833D4C50}"/>
                </a:ext>
              </a:extLst>
            </p:cNvPr>
            <p:cNvSpPr txBox="1"/>
            <p:nvPr/>
          </p:nvSpPr>
          <p:spPr>
            <a:xfrm>
              <a:off x="3918561" y="2063056"/>
              <a:ext cx="2943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47433C2-B9CA-3296-369E-761E721F9C4B}"/>
                </a:ext>
              </a:extLst>
            </p:cNvPr>
            <p:cNvSpPr txBox="1"/>
            <p:nvPr/>
          </p:nvSpPr>
          <p:spPr>
            <a:xfrm>
              <a:off x="4844441" y="2051530"/>
              <a:ext cx="6503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{GH}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D228DBF-F430-4D6D-5AEA-499C37E39B00}"/>
                </a:ext>
              </a:extLst>
            </p:cNvPr>
            <p:cNvSpPr txBox="1"/>
            <p:nvPr/>
          </p:nvSpPr>
          <p:spPr>
            <a:xfrm>
              <a:off x="6107484" y="2051530"/>
              <a:ext cx="4371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E335D8C-4C31-E1E4-C49C-63ED87C12ACB}"/>
                </a:ext>
              </a:extLst>
            </p:cNvPr>
            <p:cNvSpPr txBox="1"/>
            <p:nvPr/>
          </p:nvSpPr>
          <p:spPr>
            <a:xfrm>
              <a:off x="7305804" y="2073844"/>
              <a:ext cx="4371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8AFB1EF-4F77-1D0C-A1AD-173E4391A44E}"/>
                </a:ext>
              </a:extLst>
            </p:cNvPr>
            <p:cNvSpPr txBox="1"/>
            <p:nvPr/>
          </p:nvSpPr>
          <p:spPr>
            <a:xfrm>
              <a:off x="8485339" y="2092933"/>
              <a:ext cx="4371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21A7A4C-7186-3B20-F537-924F1CAC5409}"/>
                </a:ext>
              </a:extLst>
            </p:cNvPr>
            <p:cNvSpPr txBox="1"/>
            <p:nvPr/>
          </p:nvSpPr>
          <p:spPr>
            <a:xfrm>
              <a:off x="9748382" y="2051530"/>
              <a:ext cx="4371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9DD2DBD-50D8-A305-0498-BE503C79AEE7}"/>
                </a:ext>
              </a:extLst>
            </p:cNvPr>
            <p:cNvSpPr txBox="1"/>
            <p:nvPr/>
          </p:nvSpPr>
          <p:spPr>
            <a:xfrm>
              <a:off x="10946702" y="2051530"/>
              <a:ext cx="6638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{LIR}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C1B6930-30BF-853E-C4FA-E691C26BE03A}"/>
              </a:ext>
            </a:extLst>
          </p:cNvPr>
          <p:cNvSpPr txBox="1"/>
          <p:nvPr/>
        </p:nvSpPr>
        <p:spPr>
          <a:xfrm>
            <a:off x="186630" y="3429000"/>
            <a:ext cx="117210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300.155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415.182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528.266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</a:t>
            </a:r>
            <a:r>
              <a:rPr lang="en-US" dirty="0">
                <a:solidFill>
                  <a:srgbClr val="0070C0"/>
                </a:solidFill>
              </a:rPr>
              <a:t>599.303</a:t>
            </a:r>
            <a:r>
              <a:rPr lang="en-US" dirty="0"/>
              <a:t>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</a:t>
            </a:r>
            <a:r>
              <a:rPr lang="en-US" dirty="0">
                <a:solidFill>
                  <a:srgbClr val="0070C0"/>
                </a:solidFill>
              </a:rPr>
              <a:t>793.38</a:t>
            </a:r>
            <a:r>
              <a:rPr lang="en-US" dirty="0"/>
              <a:t>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850.405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978.464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</a:t>
            </a:r>
            <a:r>
              <a:rPr lang="en-US" dirty="0">
                <a:solidFill>
                  <a:srgbClr val="0070C0"/>
                </a:solidFill>
              </a:rPr>
              <a:t>1107.506</a:t>
            </a:r>
            <a:r>
              <a:rPr lang="en-US" dirty="0"/>
              <a:t>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</a:t>
            </a:r>
            <a:r>
              <a:rPr lang="en-US" dirty="0">
                <a:solidFill>
                  <a:srgbClr val="0070C0"/>
                </a:solidFill>
              </a:rPr>
              <a:t>1206.575</a:t>
            </a:r>
            <a:r>
              <a:rPr lang="en-US" dirty="0"/>
              <a:t>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1606.869</a:t>
            </a:r>
          </a:p>
          <a:p>
            <a:r>
              <a:rPr lang="en-US" dirty="0"/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D043C5-759A-AD2C-78F7-97187C2D91A5}"/>
              </a:ext>
            </a:extLst>
          </p:cNvPr>
          <p:cNvSpPr txBox="1"/>
          <p:nvPr/>
        </p:nvSpPr>
        <p:spPr>
          <a:xfrm>
            <a:off x="186630" y="4075331"/>
            <a:ext cx="11863191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401.287 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sz="1800" b="0" i="0" u="none" strike="noStrike" dirty="0">
                <a:solidFill>
                  <a:srgbClr val="0070C0"/>
                </a:solidFill>
                <a:effectLst/>
              </a:rPr>
              <a:t>499.234</a:t>
            </a:r>
            <a:r>
              <a:rPr lang="zh-CN" altLang="en-US" sz="1800" b="0" i="0" u="none" strike="noStrike" dirty="0">
                <a:solidFill>
                  <a:srgbClr val="0070C0"/>
                </a:solidFill>
                <a:effectLst/>
              </a:rPr>
              <a:t> </a:t>
            </a:r>
            <a:r>
              <a:rPr lang="en-US" altLang="zh-CN" sz="1800" b="0" i="0" u="none" strike="noStrike" dirty="0">
                <a:solidFill>
                  <a:srgbClr val="0070C0"/>
                </a:solidFill>
                <a:effectLst/>
              </a:rPr>
              <a:t>+</a:t>
            </a:r>
            <a:r>
              <a:rPr lang="zh-CN" altLang="en-US" sz="1800" b="0" i="0" u="none" strike="noStrike" dirty="0">
                <a:solidFill>
                  <a:srgbClr val="0070C0"/>
                </a:solidFill>
                <a:effectLst/>
              </a:rPr>
              <a:t> </a:t>
            </a:r>
            <a:r>
              <a:rPr lang="en-US" altLang="zh-CN" sz="1800" b="0" i="0" u="none" strike="noStrike" dirty="0">
                <a:solidFill>
                  <a:srgbClr val="0070C0"/>
                </a:solidFill>
                <a:effectLst/>
              </a:rPr>
              <a:t>100.069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, 500.355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sz="1800" b="0" i="0" u="none" strike="noStrike" dirty="0">
                <a:solidFill>
                  <a:srgbClr val="0070C0"/>
                </a:solidFill>
                <a:effectLst/>
              </a:rPr>
              <a:t>693.315</a:t>
            </a:r>
            <a:r>
              <a:rPr lang="en-US" altLang="zh-CN" dirty="0">
                <a:solidFill>
                  <a:srgbClr val="0070C0"/>
                </a:solidFill>
              </a:rPr>
              <a:t> +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100.069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814.478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sz="1800" b="0" i="0" u="none" strike="noStrike" dirty="0">
                <a:solidFill>
                  <a:srgbClr val="0070C0"/>
                </a:solidFill>
                <a:effectLst/>
              </a:rPr>
              <a:t>1007.437</a:t>
            </a:r>
            <a:r>
              <a:rPr lang="en-US" altLang="zh-CN" dirty="0">
                <a:solidFill>
                  <a:srgbClr val="0070C0"/>
                </a:solidFill>
              </a:rPr>
              <a:t> +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100.069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1008.558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sz="1800" b="0" i="0" u="none" strike="noStrike" dirty="0">
                <a:solidFill>
                  <a:srgbClr val="0070C0"/>
                </a:solidFill>
                <a:effectLst/>
              </a:rPr>
              <a:t>1106.506</a:t>
            </a:r>
            <a:r>
              <a:rPr lang="en-US" altLang="zh-CN" dirty="0">
                <a:solidFill>
                  <a:srgbClr val="0070C0"/>
                </a:solidFill>
              </a:rPr>
              <a:t> +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100.069</a:t>
            </a:r>
            <a:endParaRPr lang="en-US" b="0" i="0" u="none" strike="noStrike" dirty="0">
              <a:solidFill>
                <a:srgbClr val="0070C0"/>
              </a:solidFill>
              <a:effectLst/>
            </a:endParaRPr>
          </a:p>
          <a:p>
            <a:pPr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5E9448-87C4-1E75-E980-9BD2C5069E74}"/>
              </a:ext>
            </a:extLst>
          </p:cNvPr>
          <p:cNvSpPr txBox="1"/>
          <p:nvPr/>
        </p:nvSpPr>
        <p:spPr>
          <a:xfrm>
            <a:off x="235493" y="4783217"/>
            <a:ext cx="117210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300.155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415.182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528.266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</a:t>
            </a:r>
            <a:r>
              <a:rPr lang="en-US" dirty="0">
                <a:solidFill>
                  <a:srgbClr val="0070C0"/>
                </a:solidFill>
              </a:rPr>
              <a:t>599.303</a:t>
            </a:r>
            <a:r>
              <a:rPr lang="en-US" dirty="0"/>
              <a:t>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</a:t>
            </a:r>
            <a:r>
              <a:rPr lang="en-US" dirty="0">
                <a:solidFill>
                  <a:srgbClr val="0070C0"/>
                </a:solidFill>
              </a:rPr>
              <a:t>793.38</a:t>
            </a:r>
            <a:r>
              <a:rPr lang="en-US" dirty="0"/>
              <a:t>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850.405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978.464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1107.506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</a:t>
            </a:r>
            <a:r>
              <a:rPr lang="en-US" dirty="0">
                <a:solidFill>
                  <a:srgbClr val="0070C0"/>
                </a:solidFill>
              </a:rPr>
              <a:t>1206.575</a:t>
            </a:r>
            <a:r>
              <a:rPr lang="en-US" dirty="0"/>
              <a:t>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1606.869</a:t>
            </a:r>
          </a:p>
          <a:p>
            <a:r>
              <a:rPr lang="en-US" dirty="0"/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DCFB0A-8D76-C9A4-85B1-95ED2B33526F}"/>
              </a:ext>
            </a:extLst>
          </p:cNvPr>
          <p:cNvSpPr txBox="1"/>
          <p:nvPr/>
        </p:nvSpPr>
        <p:spPr>
          <a:xfrm>
            <a:off x="2484853" y="5269990"/>
            <a:ext cx="6183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501.356, </a:t>
            </a:r>
            <a:r>
              <a:rPr lang="en-US" dirty="0">
                <a:solidFill>
                  <a:srgbClr val="0070C0"/>
                </a:solidFill>
              </a:rPr>
              <a:t>599.303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793.384</a:t>
            </a:r>
            <a:r>
              <a:rPr lang="en-US" dirty="0"/>
              <a:t>, 914.547,</a:t>
            </a:r>
            <a:r>
              <a:rPr lang="zh-CN" altLang="en-US" dirty="0"/>
              <a:t> </a:t>
            </a:r>
            <a:r>
              <a:rPr lang="en-US" dirty="0"/>
              <a:t>1108.627, </a:t>
            </a:r>
            <a:r>
              <a:rPr lang="en-US" dirty="0">
                <a:solidFill>
                  <a:srgbClr val="0070C0"/>
                </a:solidFill>
              </a:rPr>
              <a:t>1206.575</a:t>
            </a:r>
          </a:p>
        </p:txBody>
      </p:sp>
    </p:spTree>
    <p:extLst>
      <p:ext uri="{BB962C8B-B14F-4D97-AF65-F5344CB8AC3E}">
        <p14:creationId xmlns:p14="http://schemas.microsoft.com/office/powerpoint/2010/main" val="1972282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1CCCE6-2F94-5269-293D-E25CCBD37253}"/>
              </a:ext>
            </a:extLst>
          </p:cNvPr>
          <p:cNvSpPr txBox="1"/>
          <p:nvPr/>
        </p:nvSpPr>
        <p:spPr>
          <a:xfrm>
            <a:off x="264694" y="1591543"/>
            <a:ext cx="11718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300.155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415.182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528.266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</a:t>
            </a:r>
            <a:r>
              <a:rPr lang="en-US" dirty="0">
                <a:solidFill>
                  <a:srgbClr val="00B050"/>
                </a:solidFill>
              </a:rPr>
              <a:t>599.303</a:t>
            </a:r>
            <a:r>
              <a:rPr lang="en-US" dirty="0"/>
              <a:t>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</a:t>
            </a:r>
            <a:r>
              <a:rPr lang="en-US" dirty="0">
                <a:solidFill>
                  <a:srgbClr val="00B050"/>
                </a:solidFill>
              </a:rPr>
              <a:t>793.38</a:t>
            </a:r>
            <a:r>
              <a:rPr lang="en-US" dirty="0"/>
              <a:t>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</a:t>
            </a:r>
            <a:r>
              <a:rPr lang="en-US" dirty="0">
                <a:solidFill>
                  <a:srgbClr val="00B050"/>
                </a:solidFill>
              </a:rPr>
              <a:t>850.405</a:t>
            </a:r>
            <a:r>
              <a:rPr lang="en-US" dirty="0"/>
              <a:t>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</a:t>
            </a:r>
            <a:r>
              <a:rPr lang="en-US" dirty="0">
                <a:solidFill>
                  <a:srgbClr val="00B050"/>
                </a:solidFill>
              </a:rPr>
              <a:t>978.464</a:t>
            </a:r>
            <a:r>
              <a:rPr lang="en-US" dirty="0"/>
              <a:t>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</a:t>
            </a:r>
            <a:r>
              <a:rPr lang="en-US" dirty="0">
                <a:solidFill>
                  <a:srgbClr val="00B050"/>
                </a:solidFill>
              </a:rPr>
              <a:t>1107.506</a:t>
            </a:r>
            <a:r>
              <a:rPr lang="en-US" dirty="0"/>
              <a:t>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</a:t>
            </a:r>
            <a:r>
              <a:rPr lang="en-US" dirty="0">
                <a:solidFill>
                  <a:srgbClr val="00B050"/>
                </a:solidFill>
              </a:rPr>
              <a:t>1206.575</a:t>
            </a:r>
            <a:r>
              <a:rPr lang="en-US" dirty="0"/>
              <a:t>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1606.869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94A77B-FEEB-23FE-3DEC-25DF392CA79D}"/>
              </a:ext>
            </a:extLst>
          </p:cNvPr>
          <p:cNvSpPr txBox="1"/>
          <p:nvPr/>
        </p:nvSpPr>
        <p:spPr>
          <a:xfrm>
            <a:off x="457201" y="2228671"/>
            <a:ext cx="115262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175.119, 288.203, </a:t>
            </a:r>
            <a:r>
              <a:rPr lang="en-US" dirty="0">
                <a:solidFill>
                  <a:srgbClr val="00B050"/>
                </a:solidFill>
              </a:rPr>
              <a:t>370.191 + 229.11</a:t>
            </a:r>
            <a:r>
              <a:rPr lang="en-US" dirty="0"/>
              <a:t>, 401.287, 427.213, 500.355, </a:t>
            </a:r>
            <a:r>
              <a:rPr lang="en-US" dirty="0">
                <a:solidFill>
                  <a:srgbClr val="00B050"/>
                </a:solidFill>
              </a:rPr>
              <a:t>564.272 + 229.11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621.293 + 229.11</a:t>
            </a:r>
            <a:r>
              <a:rPr lang="en-US" dirty="0"/>
              <a:t>, 629.398, </a:t>
            </a:r>
            <a:r>
              <a:rPr lang="en-US" dirty="0">
                <a:solidFill>
                  <a:srgbClr val="00B050"/>
                </a:solidFill>
              </a:rPr>
              <a:t>749.352 + 229.11</a:t>
            </a:r>
            <a:r>
              <a:rPr lang="en-US" dirty="0"/>
              <a:t>, 757.457, 814.478, </a:t>
            </a:r>
            <a:r>
              <a:rPr lang="en-US" dirty="0">
                <a:solidFill>
                  <a:srgbClr val="00B050"/>
                </a:solidFill>
              </a:rPr>
              <a:t>878.394 + 229.11</a:t>
            </a:r>
            <a:r>
              <a:rPr lang="en-US" dirty="0"/>
              <a:t>, 951.537, </a:t>
            </a:r>
            <a:r>
              <a:rPr lang="en-US" dirty="0">
                <a:solidFill>
                  <a:srgbClr val="00B050"/>
                </a:solidFill>
              </a:rPr>
              <a:t>977.463 + 229.11</a:t>
            </a:r>
            <a:r>
              <a:rPr lang="en-US" dirty="0"/>
              <a:t>, 1008.558, 1090.547, 1203.631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48B409-FD6F-2953-3774-96259F23F478}"/>
              </a:ext>
            </a:extLst>
          </p:cNvPr>
          <p:cNvSpPr txBox="1"/>
          <p:nvPr/>
        </p:nvSpPr>
        <p:spPr>
          <a:xfrm>
            <a:off x="1157038" y="3477945"/>
            <a:ext cx="9623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{300.155, 415.182, 528.266, 599.303, 793.38, 850.405, 978.464, 1107.506, 1206.575, 1606.869}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E9818F-0FAF-B6BB-3D90-2F1AA48E7B09}"/>
              </a:ext>
            </a:extLst>
          </p:cNvPr>
          <p:cNvSpPr txBox="1"/>
          <p:nvPr/>
        </p:nvSpPr>
        <p:spPr>
          <a:xfrm>
            <a:off x="1157037" y="4352330"/>
            <a:ext cx="6393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{401.287, 499.234, 693.315, 814.478, 1008.558, 1106.506}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6D6985-3C8B-E906-9C4E-FA1EF0560026}"/>
              </a:ext>
            </a:extLst>
          </p:cNvPr>
          <p:cNvSpPr txBox="1"/>
          <p:nvPr/>
        </p:nvSpPr>
        <p:spPr>
          <a:xfrm>
            <a:off x="1157038" y="5388409"/>
            <a:ext cx="704850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0" i="0" u="none" strike="noStrike" dirty="0"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{175.119, 288.203, 370.191, 401.287, 427.213, 500.355, 564.272, 621.293, 629.398, 749.352, 757.457, 814.478, 878.394, 951.537, 977.463, 1008.558, 1090.547, 1203.631}</a:t>
            </a:r>
            <a:endParaRPr lang="en-US" b="0" i="0" u="none" strike="noStrike" dirty="0">
              <a:solidFill>
                <a:srgbClr val="00B050"/>
              </a:solidFill>
              <a:effectLst/>
            </a:endParaRPr>
          </a:p>
          <a:p>
            <a:pPr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164A055-4FA1-1EE3-252E-1F80796E07A0}"/>
                  </a:ext>
                </a:extLst>
              </p:cNvPr>
              <p:cNvSpPr txBox="1"/>
              <p:nvPr/>
            </p:nvSpPr>
            <p:spPr>
              <a:xfrm>
                <a:off x="4094833" y="3966451"/>
                <a:ext cx="2244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164A055-4FA1-1EE3-252E-1F80796E0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833" y="3966451"/>
                <a:ext cx="224420" cy="276999"/>
              </a:xfrm>
              <a:prstGeom prst="rect">
                <a:avLst/>
              </a:prstGeom>
              <a:blipFill>
                <a:blip r:embed="rId2"/>
                <a:stretch>
                  <a:fillRect l="-26316" r="-2631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A099735-A945-B219-BFDD-68EF6147295E}"/>
                  </a:ext>
                </a:extLst>
              </p:cNvPr>
              <p:cNvSpPr txBox="1"/>
              <p:nvPr/>
            </p:nvSpPr>
            <p:spPr>
              <a:xfrm>
                <a:off x="4102854" y="4935947"/>
                <a:ext cx="2244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A099735-A945-B219-BFDD-68EF61472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854" y="4935947"/>
                <a:ext cx="224420" cy="276999"/>
              </a:xfrm>
              <a:prstGeom prst="rect">
                <a:avLst/>
              </a:prstGeom>
              <a:blipFill>
                <a:blip r:embed="rId3"/>
                <a:stretch>
                  <a:fillRect l="-33333" r="-33333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916892DE-383D-5E95-F950-66EB46824153}"/>
              </a:ext>
            </a:extLst>
          </p:cNvPr>
          <p:cNvSpPr txBox="1"/>
          <p:nvPr/>
        </p:nvSpPr>
        <p:spPr>
          <a:xfrm>
            <a:off x="8734927" y="4566615"/>
            <a:ext cx="1887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+100.069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280170-1E75-CF00-8C2B-C611EEB89D84}"/>
              </a:ext>
            </a:extLst>
          </p:cNvPr>
          <p:cNvSpPr txBox="1"/>
          <p:nvPr/>
        </p:nvSpPr>
        <p:spPr>
          <a:xfrm>
            <a:off x="8734927" y="5655285"/>
            <a:ext cx="1887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+229.112</a:t>
            </a:r>
          </a:p>
        </p:txBody>
      </p:sp>
    </p:spTree>
    <p:extLst>
      <p:ext uri="{BB962C8B-B14F-4D97-AF65-F5344CB8AC3E}">
        <p14:creationId xmlns:p14="http://schemas.microsoft.com/office/powerpoint/2010/main" val="3317361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67C95D-D797-5B44-8277-6E2F8FDDCF3D}"/>
              </a:ext>
            </a:extLst>
          </p:cNvPr>
          <p:cNvSpPr txBox="1"/>
          <p:nvPr/>
        </p:nvSpPr>
        <p:spPr>
          <a:xfrm>
            <a:off x="264694" y="1591543"/>
            <a:ext cx="11718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300.155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415.182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528.266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</a:t>
            </a:r>
            <a:r>
              <a:rPr lang="en-US" dirty="0">
                <a:solidFill>
                  <a:srgbClr val="00B050"/>
                </a:solidFill>
              </a:rPr>
              <a:t>599.303</a:t>
            </a:r>
            <a:r>
              <a:rPr lang="en-US" dirty="0"/>
              <a:t>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</a:t>
            </a:r>
            <a:r>
              <a:rPr lang="en-US" dirty="0">
                <a:solidFill>
                  <a:srgbClr val="00B050"/>
                </a:solidFill>
              </a:rPr>
              <a:t>793.38</a:t>
            </a:r>
            <a:r>
              <a:rPr lang="en-US" dirty="0"/>
              <a:t>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</a:t>
            </a:r>
            <a:r>
              <a:rPr lang="en-US" dirty="0">
                <a:solidFill>
                  <a:srgbClr val="00B050"/>
                </a:solidFill>
              </a:rPr>
              <a:t>850.405</a:t>
            </a:r>
            <a:r>
              <a:rPr lang="en-US" dirty="0"/>
              <a:t>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</a:t>
            </a:r>
            <a:r>
              <a:rPr lang="en-US" dirty="0">
                <a:solidFill>
                  <a:srgbClr val="00B050"/>
                </a:solidFill>
              </a:rPr>
              <a:t>978.464</a:t>
            </a:r>
            <a:r>
              <a:rPr lang="en-US" dirty="0"/>
              <a:t>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</a:t>
            </a:r>
            <a:r>
              <a:rPr lang="en-US" dirty="0">
                <a:solidFill>
                  <a:srgbClr val="00B050"/>
                </a:solidFill>
              </a:rPr>
              <a:t>1107.506</a:t>
            </a:r>
            <a:r>
              <a:rPr lang="en-US" dirty="0"/>
              <a:t>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 </a:t>
            </a:r>
            <a:r>
              <a:rPr lang="en-US" dirty="0">
                <a:solidFill>
                  <a:srgbClr val="00B050"/>
                </a:solidFill>
              </a:rPr>
              <a:t>1206.575</a:t>
            </a:r>
            <a:r>
              <a:rPr lang="en-US" dirty="0"/>
              <a:t> </a:t>
            </a:r>
            <a:r>
              <a:rPr lang="en-US" dirty="0">
                <a:sym typeface="Symbol" pitchFamily="2" charset="2"/>
              </a:rPr>
              <a:t></a:t>
            </a:r>
            <a:r>
              <a:rPr lang="en-US" dirty="0"/>
              <a:t> 1606.869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DCC78D-EE54-95D5-9955-8FD9185717FB}"/>
              </a:ext>
            </a:extLst>
          </p:cNvPr>
          <p:cNvSpPr txBox="1"/>
          <p:nvPr/>
        </p:nvSpPr>
        <p:spPr>
          <a:xfrm>
            <a:off x="457201" y="2228671"/>
            <a:ext cx="115262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404.229, 517.313, </a:t>
            </a:r>
            <a:r>
              <a:rPr lang="en-US" dirty="0">
                <a:solidFill>
                  <a:srgbClr val="00B050"/>
                </a:solidFill>
              </a:rPr>
              <a:t>599.301</a:t>
            </a:r>
            <a:r>
              <a:rPr lang="en-US" dirty="0"/>
              <a:t>, 630.397, 656.323, 729.465, </a:t>
            </a:r>
            <a:r>
              <a:rPr lang="en-US" dirty="0">
                <a:solidFill>
                  <a:srgbClr val="00B050"/>
                </a:solidFill>
              </a:rPr>
              <a:t>793.382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850.403</a:t>
            </a:r>
            <a:r>
              <a:rPr lang="en-US" dirty="0"/>
              <a:t>, 858.508, </a:t>
            </a:r>
            <a:r>
              <a:rPr lang="en-US" dirty="0">
                <a:solidFill>
                  <a:srgbClr val="00B050"/>
                </a:solidFill>
              </a:rPr>
              <a:t>978.462</a:t>
            </a:r>
            <a:r>
              <a:rPr lang="en-US" dirty="0"/>
              <a:t>, 986.567, 1043.588, </a:t>
            </a:r>
            <a:r>
              <a:rPr lang="en-US" dirty="0">
                <a:solidFill>
                  <a:srgbClr val="00B050"/>
                </a:solidFill>
              </a:rPr>
              <a:t>1107.504</a:t>
            </a:r>
            <a:r>
              <a:rPr lang="en-US" dirty="0"/>
              <a:t>, 1180.647, </a:t>
            </a:r>
            <a:r>
              <a:rPr lang="en-US" dirty="0">
                <a:solidFill>
                  <a:srgbClr val="00B050"/>
                </a:solidFill>
              </a:rPr>
              <a:t>1206.573</a:t>
            </a:r>
            <a:r>
              <a:rPr lang="en-US" dirty="0"/>
              <a:t>, 1237.668, 1319.657, 1432.741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353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28E261D0-5394-9E36-8EB8-A1EF3003AA28}"/>
              </a:ext>
            </a:extLst>
          </p:cNvPr>
          <p:cNvGrpSpPr/>
          <p:nvPr/>
        </p:nvGrpSpPr>
        <p:grpSpPr>
          <a:xfrm>
            <a:off x="4669013" y="1191762"/>
            <a:ext cx="2853973" cy="1756689"/>
            <a:chOff x="4266007" y="2155669"/>
            <a:chExt cx="3027421" cy="1882483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2B71A701-8D4E-FBC2-69AC-F91CF3EF9354}"/>
                </a:ext>
              </a:extLst>
            </p:cNvPr>
            <p:cNvCxnSpPr/>
            <p:nvPr/>
          </p:nvCxnSpPr>
          <p:spPr>
            <a:xfrm>
              <a:off x="4266007" y="2155669"/>
              <a:ext cx="0" cy="18663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5B73E0F-9898-31F7-B07E-DA0653A0C4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6007" y="4038152"/>
              <a:ext cx="302742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BE897D9-685F-360B-4FFF-2F6CD9BE4F8E}"/>
                </a:ext>
              </a:extLst>
            </p:cNvPr>
            <p:cNvCxnSpPr>
              <a:cxnSpLocks/>
            </p:cNvCxnSpPr>
            <p:nvPr/>
          </p:nvCxnSpPr>
          <p:spPr>
            <a:xfrm>
              <a:off x="4766749" y="2732314"/>
              <a:ext cx="0" cy="1305838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EEB95C7-B629-5236-D83C-459CE24DBAB1}"/>
                </a:ext>
              </a:extLst>
            </p:cNvPr>
            <p:cNvCxnSpPr>
              <a:cxnSpLocks/>
            </p:cNvCxnSpPr>
            <p:nvPr/>
          </p:nvCxnSpPr>
          <p:spPr>
            <a:xfrm>
              <a:off x="5289263" y="2253492"/>
              <a:ext cx="0" cy="1768555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4114888-D714-63B2-A8ED-CBC9E629616D}"/>
                </a:ext>
              </a:extLst>
            </p:cNvPr>
            <p:cNvCxnSpPr>
              <a:cxnSpLocks/>
            </p:cNvCxnSpPr>
            <p:nvPr/>
          </p:nvCxnSpPr>
          <p:spPr>
            <a:xfrm>
              <a:off x="5811777" y="3037114"/>
              <a:ext cx="0" cy="1001038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56B3501-6E0A-FFF7-199F-D9326FCB2F36}"/>
                </a:ext>
              </a:extLst>
            </p:cNvPr>
            <p:cNvCxnSpPr>
              <a:cxnSpLocks/>
            </p:cNvCxnSpPr>
            <p:nvPr/>
          </p:nvCxnSpPr>
          <p:spPr>
            <a:xfrm>
              <a:off x="6356063" y="3254828"/>
              <a:ext cx="0" cy="783324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070BD58-C54B-637B-FAA6-60768FDEF288}"/>
              </a:ext>
            </a:extLst>
          </p:cNvPr>
          <p:cNvGrpSpPr/>
          <p:nvPr/>
        </p:nvGrpSpPr>
        <p:grpSpPr>
          <a:xfrm>
            <a:off x="1107594" y="1175657"/>
            <a:ext cx="2853973" cy="1756689"/>
            <a:chOff x="880550" y="2144783"/>
            <a:chExt cx="3027421" cy="188248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8E27F1C-57B6-9701-8086-AC905B93998A}"/>
                </a:ext>
              </a:extLst>
            </p:cNvPr>
            <p:cNvCxnSpPr>
              <a:cxnSpLocks/>
            </p:cNvCxnSpPr>
            <p:nvPr/>
          </p:nvCxnSpPr>
          <p:spPr>
            <a:xfrm>
              <a:off x="880550" y="2144783"/>
              <a:ext cx="0" cy="18663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BC42D0A-9E1A-A880-4188-7223635A61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0550" y="4027266"/>
              <a:ext cx="302742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20A6B1B-A734-C0B9-F1B9-3D26A233024B}"/>
                </a:ext>
              </a:extLst>
            </p:cNvPr>
            <p:cNvCxnSpPr>
              <a:cxnSpLocks/>
            </p:cNvCxnSpPr>
            <p:nvPr/>
          </p:nvCxnSpPr>
          <p:spPr>
            <a:xfrm>
              <a:off x="1381292" y="2721428"/>
              <a:ext cx="0" cy="1305838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274E1E9-1398-6FC9-816A-4AE1EE6864E8}"/>
                </a:ext>
              </a:extLst>
            </p:cNvPr>
            <p:cNvCxnSpPr>
              <a:cxnSpLocks/>
            </p:cNvCxnSpPr>
            <p:nvPr/>
          </p:nvCxnSpPr>
          <p:spPr>
            <a:xfrm>
              <a:off x="1903806" y="2242606"/>
              <a:ext cx="0" cy="1768555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9B03688-38DA-8659-2A0B-655F41BD8D53}"/>
                </a:ext>
              </a:extLst>
            </p:cNvPr>
            <p:cNvCxnSpPr>
              <a:cxnSpLocks/>
            </p:cNvCxnSpPr>
            <p:nvPr/>
          </p:nvCxnSpPr>
          <p:spPr>
            <a:xfrm>
              <a:off x="2426320" y="3026228"/>
              <a:ext cx="0" cy="1001038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305198-7F9F-D5BD-8C98-9E75C415D1C1}"/>
                </a:ext>
              </a:extLst>
            </p:cNvPr>
            <p:cNvCxnSpPr>
              <a:cxnSpLocks/>
            </p:cNvCxnSpPr>
            <p:nvPr/>
          </p:nvCxnSpPr>
          <p:spPr>
            <a:xfrm>
              <a:off x="2970606" y="3243942"/>
              <a:ext cx="0" cy="783324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60357AD-A74D-53E8-B6BA-2EBA93AE5817}"/>
              </a:ext>
            </a:extLst>
          </p:cNvPr>
          <p:cNvGrpSpPr/>
          <p:nvPr/>
        </p:nvGrpSpPr>
        <p:grpSpPr>
          <a:xfrm>
            <a:off x="8240720" y="1191762"/>
            <a:ext cx="2853973" cy="1756689"/>
            <a:chOff x="7945379" y="2144783"/>
            <a:chExt cx="3027421" cy="1882483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E5DA497-032A-4CFE-F952-CB47C0DEDFF4}"/>
                </a:ext>
              </a:extLst>
            </p:cNvPr>
            <p:cNvCxnSpPr/>
            <p:nvPr/>
          </p:nvCxnSpPr>
          <p:spPr>
            <a:xfrm>
              <a:off x="7945379" y="2144783"/>
              <a:ext cx="0" cy="18663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796180E-F890-3A47-24E3-52F088AEEA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45379" y="4027266"/>
              <a:ext cx="302742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385B258-1CC1-E4C4-D503-73C287C239E3}"/>
                </a:ext>
              </a:extLst>
            </p:cNvPr>
            <p:cNvCxnSpPr>
              <a:cxnSpLocks/>
            </p:cNvCxnSpPr>
            <p:nvPr/>
          </p:nvCxnSpPr>
          <p:spPr>
            <a:xfrm>
              <a:off x="8446121" y="2721428"/>
              <a:ext cx="0" cy="1305838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50A5AA1-5DDC-ED1E-F72D-C724CC1E1357}"/>
                </a:ext>
              </a:extLst>
            </p:cNvPr>
            <p:cNvCxnSpPr>
              <a:cxnSpLocks/>
            </p:cNvCxnSpPr>
            <p:nvPr/>
          </p:nvCxnSpPr>
          <p:spPr>
            <a:xfrm>
              <a:off x="8968635" y="2242606"/>
              <a:ext cx="0" cy="1768555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3B3D885-CDE7-7C02-6486-80399FD69274}"/>
                </a:ext>
              </a:extLst>
            </p:cNvPr>
            <p:cNvCxnSpPr>
              <a:cxnSpLocks/>
            </p:cNvCxnSpPr>
            <p:nvPr/>
          </p:nvCxnSpPr>
          <p:spPr>
            <a:xfrm>
              <a:off x="9491149" y="3026228"/>
              <a:ext cx="0" cy="1001038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7B641DE-A3A2-D5C0-A1DA-40E2E31B0D95}"/>
                </a:ext>
              </a:extLst>
            </p:cNvPr>
            <p:cNvCxnSpPr>
              <a:cxnSpLocks/>
            </p:cNvCxnSpPr>
            <p:nvPr/>
          </p:nvCxnSpPr>
          <p:spPr>
            <a:xfrm>
              <a:off x="10035435" y="3243942"/>
              <a:ext cx="0" cy="783324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522A655-DD01-7FD7-B813-247A6AB81E61}"/>
              </a:ext>
            </a:extLst>
          </p:cNvPr>
          <p:cNvGrpSpPr/>
          <p:nvPr/>
        </p:nvGrpSpPr>
        <p:grpSpPr>
          <a:xfrm>
            <a:off x="4669013" y="3704184"/>
            <a:ext cx="2853973" cy="1756689"/>
            <a:chOff x="880550" y="2144783"/>
            <a:chExt cx="3027421" cy="1882483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B9853-EAB8-1313-A3FB-61032000DB30}"/>
                </a:ext>
              </a:extLst>
            </p:cNvPr>
            <p:cNvCxnSpPr>
              <a:cxnSpLocks/>
            </p:cNvCxnSpPr>
            <p:nvPr/>
          </p:nvCxnSpPr>
          <p:spPr>
            <a:xfrm>
              <a:off x="880550" y="2144783"/>
              <a:ext cx="0" cy="18663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C4C6F8D-D0CD-D2A8-0AA9-3FE4623071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0550" y="4027266"/>
              <a:ext cx="302742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0C09BF7-F892-1022-4194-ACB328117BBA}"/>
                </a:ext>
              </a:extLst>
            </p:cNvPr>
            <p:cNvCxnSpPr>
              <a:cxnSpLocks/>
            </p:cNvCxnSpPr>
            <p:nvPr/>
          </p:nvCxnSpPr>
          <p:spPr>
            <a:xfrm>
              <a:off x="1903806" y="2242606"/>
              <a:ext cx="0" cy="1768555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AEBC3BC-E0D0-E9D1-3A76-5EF28F4C3C03}"/>
                </a:ext>
              </a:extLst>
            </p:cNvPr>
            <p:cNvCxnSpPr>
              <a:cxnSpLocks/>
            </p:cNvCxnSpPr>
            <p:nvPr/>
          </p:nvCxnSpPr>
          <p:spPr>
            <a:xfrm>
              <a:off x="2426320" y="3026228"/>
              <a:ext cx="0" cy="1001038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6109D252-6A7B-2DA5-6508-4915CC96AE16}"/>
                </a:ext>
              </a:extLst>
            </p:cNvPr>
            <p:cNvCxnSpPr>
              <a:cxnSpLocks/>
            </p:cNvCxnSpPr>
            <p:nvPr/>
          </p:nvCxnSpPr>
          <p:spPr>
            <a:xfrm>
              <a:off x="2970606" y="3243942"/>
              <a:ext cx="0" cy="783324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2F2B8E9-3444-3B34-D220-D7426C5C89EE}"/>
              </a:ext>
            </a:extLst>
          </p:cNvPr>
          <p:cNvGrpSpPr/>
          <p:nvPr/>
        </p:nvGrpSpPr>
        <p:grpSpPr>
          <a:xfrm>
            <a:off x="606854" y="3663326"/>
            <a:ext cx="2853973" cy="1756689"/>
            <a:chOff x="880550" y="2144783"/>
            <a:chExt cx="3027421" cy="1882483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56795AA-95CC-54B6-BD63-E564D4FB3259}"/>
                </a:ext>
              </a:extLst>
            </p:cNvPr>
            <p:cNvCxnSpPr>
              <a:cxnSpLocks/>
            </p:cNvCxnSpPr>
            <p:nvPr/>
          </p:nvCxnSpPr>
          <p:spPr>
            <a:xfrm>
              <a:off x="880550" y="2144783"/>
              <a:ext cx="0" cy="18663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CD0BF7C-C6DA-5D10-CD0F-51ED1907E4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0550" y="4027266"/>
              <a:ext cx="302742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0381E0A-B139-BEBB-CACA-A5090204CA92}"/>
                </a:ext>
              </a:extLst>
            </p:cNvPr>
            <p:cNvCxnSpPr>
              <a:cxnSpLocks/>
            </p:cNvCxnSpPr>
            <p:nvPr/>
          </p:nvCxnSpPr>
          <p:spPr>
            <a:xfrm>
              <a:off x="1903806" y="2242606"/>
              <a:ext cx="0" cy="1768555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79B234B-02D6-90F4-51A4-2072A10DA17E}"/>
                </a:ext>
              </a:extLst>
            </p:cNvPr>
            <p:cNvCxnSpPr>
              <a:cxnSpLocks/>
            </p:cNvCxnSpPr>
            <p:nvPr/>
          </p:nvCxnSpPr>
          <p:spPr>
            <a:xfrm>
              <a:off x="2426320" y="3026228"/>
              <a:ext cx="0" cy="1001038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275F19E-F77E-823F-C52C-01BE4A98EC7E}"/>
                </a:ext>
              </a:extLst>
            </p:cNvPr>
            <p:cNvCxnSpPr>
              <a:cxnSpLocks/>
            </p:cNvCxnSpPr>
            <p:nvPr/>
          </p:nvCxnSpPr>
          <p:spPr>
            <a:xfrm>
              <a:off x="2970606" y="3243942"/>
              <a:ext cx="0" cy="783324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6721783-672A-9EEF-378B-AF33B3B278A9}"/>
              </a:ext>
            </a:extLst>
          </p:cNvPr>
          <p:cNvGrpSpPr/>
          <p:nvPr/>
        </p:nvGrpSpPr>
        <p:grpSpPr>
          <a:xfrm>
            <a:off x="8748074" y="3663326"/>
            <a:ext cx="2853973" cy="1756689"/>
            <a:chOff x="880550" y="2144783"/>
            <a:chExt cx="3027421" cy="1882483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02ABA25-4E14-4499-A113-CC07B35319AD}"/>
                </a:ext>
              </a:extLst>
            </p:cNvPr>
            <p:cNvCxnSpPr>
              <a:cxnSpLocks/>
            </p:cNvCxnSpPr>
            <p:nvPr/>
          </p:nvCxnSpPr>
          <p:spPr>
            <a:xfrm>
              <a:off x="880550" y="2144783"/>
              <a:ext cx="0" cy="18663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C6CE620-C78B-EE96-C5A5-7CFFD1F89E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0550" y="4027266"/>
              <a:ext cx="302742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1C3BBB4-B8EB-F6E6-3AD8-1465916F92BE}"/>
                </a:ext>
              </a:extLst>
            </p:cNvPr>
            <p:cNvCxnSpPr>
              <a:cxnSpLocks/>
            </p:cNvCxnSpPr>
            <p:nvPr/>
          </p:nvCxnSpPr>
          <p:spPr>
            <a:xfrm>
              <a:off x="1903806" y="2242606"/>
              <a:ext cx="0" cy="1768555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885E425-0B3B-E4E7-77C8-C2B4EC9901A1}"/>
                </a:ext>
              </a:extLst>
            </p:cNvPr>
            <p:cNvCxnSpPr>
              <a:cxnSpLocks/>
            </p:cNvCxnSpPr>
            <p:nvPr/>
          </p:nvCxnSpPr>
          <p:spPr>
            <a:xfrm>
              <a:off x="2426320" y="3026228"/>
              <a:ext cx="0" cy="1001038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2737E11E-A936-38C4-7441-404D5561CCC6}"/>
                </a:ext>
              </a:extLst>
            </p:cNvPr>
            <p:cNvCxnSpPr>
              <a:cxnSpLocks/>
            </p:cNvCxnSpPr>
            <p:nvPr/>
          </p:nvCxnSpPr>
          <p:spPr>
            <a:xfrm>
              <a:off x="2970606" y="3243942"/>
              <a:ext cx="0" cy="783324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66C80D5-29C9-D5B6-0B08-F4F0EB2A195A}"/>
              </a:ext>
            </a:extLst>
          </p:cNvPr>
          <p:cNvCxnSpPr>
            <a:cxnSpLocks/>
          </p:cNvCxnSpPr>
          <p:nvPr/>
        </p:nvCxnSpPr>
        <p:spPr>
          <a:xfrm>
            <a:off x="1579647" y="3098800"/>
            <a:ext cx="0" cy="501937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C97EAD0-A5AB-2871-38BE-891AA1A9B3F2}"/>
              </a:ext>
            </a:extLst>
          </p:cNvPr>
          <p:cNvCxnSpPr>
            <a:cxnSpLocks/>
          </p:cNvCxnSpPr>
          <p:nvPr/>
        </p:nvCxnSpPr>
        <p:spPr>
          <a:xfrm flipH="1">
            <a:off x="2051839" y="3202247"/>
            <a:ext cx="138" cy="885719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8F38013-93D4-F1E5-C4DE-94959D5A073B}"/>
              </a:ext>
            </a:extLst>
          </p:cNvPr>
          <p:cNvCxnSpPr>
            <a:cxnSpLocks/>
          </p:cNvCxnSpPr>
          <p:nvPr/>
        </p:nvCxnSpPr>
        <p:spPr>
          <a:xfrm>
            <a:off x="2564941" y="3290460"/>
            <a:ext cx="12225" cy="119541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F9B318A-59CB-927F-7F50-A2705B481C0E}"/>
              </a:ext>
            </a:extLst>
          </p:cNvPr>
          <p:cNvCxnSpPr>
            <a:cxnSpLocks/>
          </p:cNvCxnSpPr>
          <p:nvPr/>
        </p:nvCxnSpPr>
        <p:spPr>
          <a:xfrm>
            <a:off x="5633644" y="3098570"/>
            <a:ext cx="0" cy="502167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A76A472-E832-8909-B705-9B3AC6EBD8EA}"/>
              </a:ext>
            </a:extLst>
          </p:cNvPr>
          <p:cNvCxnSpPr>
            <a:cxnSpLocks/>
          </p:cNvCxnSpPr>
          <p:nvPr/>
        </p:nvCxnSpPr>
        <p:spPr>
          <a:xfrm>
            <a:off x="6163399" y="3252445"/>
            <a:ext cx="0" cy="980888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CC8CC97-AA1B-2600-8B82-72AEED64C271}"/>
              </a:ext>
            </a:extLst>
          </p:cNvPr>
          <p:cNvCxnSpPr>
            <a:cxnSpLocks/>
          </p:cNvCxnSpPr>
          <p:nvPr/>
        </p:nvCxnSpPr>
        <p:spPr>
          <a:xfrm>
            <a:off x="6639325" y="3202247"/>
            <a:ext cx="0" cy="1372767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9D40A36-C505-0C59-314A-E6A5E0D76AC8}"/>
              </a:ext>
            </a:extLst>
          </p:cNvPr>
          <p:cNvCxnSpPr>
            <a:cxnSpLocks/>
          </p:cNvCxnSpPr>
          <p:nvPr/>
        </p:nvCxnSpPr>
        <p:spPr>
          <a:xfrm>
            <a:off x="9712705" y="3098570"/>
            <a:ext cx="0" cy="494081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8DCF76C-188E-C573-97CD-48F27F87AD72}"/>
              </a:ext>
            </a:extLst>
          </p:cNvPr>
          <p:cNvCxnSpPr>
            <a:cxnSpLocks/>
          </p:cNvCxnSpPr>
          <p:nvPr/>
        </p:nvCxnSpPr>
        <p:spPr>
          <a:xfrm>
            <a:off x="10205283" y="3202247"/>
            <a:ext cx="0" cy="1057088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B8561046-E73F-E29B-88BB-8314CDFEBE21}"/>
              </a:ext>
            </a:extLst>
          </p:cNvPr>
          <p:cNvSpPr txBox="1"/>
          <p:nvPr/>
        </p:nvSpPr>
        <p:spPr>
          <a:xfrm>
            <a:off x="4997772" y="379501"/>
            <a:ext cx="4034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Theoretical Intensity Distribution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0FED0AD-A14D-2857-682D-F855BEF3E26A}"/>
              </a:ext>
            </a:extLst>
          </p:cNvPr>
          <p:cNvSpPr txBox="1"/>
          <p:nvPr/>
        </p:nvSpPr>
        <p:spPr>
          <a:xfrm>
            <a:off x="4997780" y="5992158"/>
            <a:ext cx="4034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Observed Intensity Distribution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6FB04C4-E7D2-8CFD-FD72-BFF1CEE224AC}"/>
              </a:ext>
            </a:extLst>
          </p:cNvPr>
          <p:cNvSpPr txBox="1"/>
          <p:nvPr/>
        </p:nvSpPr>
        <p:spPr>
          <a:xfrm>
            <a:off x="5249005" y="5475902"/>
            <a:ext cx="18287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High Similarity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4E79019-7E46-99A5-07F0-CD2C2CA988B0}"/>
              </a:ext>
            </a:extLst>
          </p:cNvPr>
          <p:cNvSpPr txBox="1"/>
          <p:nvPr/>
        </p:nvSpPr>
        <p:spPr>
          <a:xfrm>
            <a:off x="1249118" y="5460873"/>
            <a:ext cx="18287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Low Similarity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CB57788-5AA3-7956-5888-E449639DF687}"/>
              </a:ext>
            </a:extLst>
          </p:cNvPr>
          <p:cNvSpPr txBox="1"/>
          <p:nvPr/>
        </p:nvSpPr>
        <p:spPr>
          <a:xfrm>
            <a:off x="9265905" y="5460873"/>
            <a:ext cx="18287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Low Similarity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B06D91B-2C03-E765-9623-3FB0A4A8B477}"/>
              </a:ext>
            </a:extLst>
          </p:cNvPr>
          <p:cNvCxnSpPr>
            <a:cxnSpLocks/>
          </p:cNvCxnSpPr>
          <p:nvPr/>
        </p:nvCxnSpPr>
        <p:spPr>
          <a:xfrm>
            <a:off x="5115400" y="4233333"/>
            <a:ext cx="0" cy="1218577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5F68FA84-68AD-D25E-F311-1C3E783DB736}"/>
              </a:ext>
            </a:extLst>
          </p:cNvPr>
          <p:cNvSpPr txBox="1"/>
          <p:nvPr/>
        </p:nvSpPr>
        <p:spPr>
          <a:xfrm>
            <a:off x="3471434" y="5729832"/>
            <a:ext cx="1349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Predicted Monoisotopic Values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8D49CE3-FD4A-8699-479E-80B2735FDF4C}"/>
              </a:ext>
            </a:extLst>
          </p:cNvPr>
          <p:cNvCxnSpPr/>
          <p:nvPr/>
        </p:nvCxnSpPr>
        <p:spPr>
          <a:xfrm flipV="1">
            <a:off x="4548554" y="5533292"/>
            <a:ext cx="449218" cy="1965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998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FC26566-9D28-8759-E86A-11B3C3175D01}"/>
              </a:ext>
            </a:extLst>
          </p:cNvPr>
          <p:cNvGrpSpPr/>
          <p:nvPr/>
        </p:nvGrpSpPr>
        <p:grpSpPr>
          <a:xfrm>
            <a:off x="3569970" y="1500911"/>
            <a:ext cx="2526030" cy="1513670"/>
            <a:chOff x="3241965" y="1191762"/>
            <a:chExt cx="4003962" cy="295074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83902B2-65A4-14ED-DEE8-954FAC6B1C52}"/>
                </a:ext>
              </a:extLst>
            </p:cNvPr>
            <p:cNvGrpSpPr/>
            <p:nvPr/>
          </p:nvGrpSpPr>
          <p:grpSpPr>
            <a:xfrm>
              <a:off x="3241965" y="1191762"/>
              <a:ext cx="4003962" cy="2950747"/>
              <a:chOff x="4266007" y="2155669"/>
              <a:chExt cx="2831492" cy="1882483"/>
            </a:xfrm>
          </p:grpSpPr>
          <p:cxnSp>
            <p:nvCxnSpPr>
              <p:cNvPr id="3" name="Straight Connector 2">
                <a:extLst>
                  <a:ext uri="{FF2B5EF4-FFF2-40B4-BE49-F238E27FC236}">
                    <a16:creationId xmlns:a16="http://schemas.microsoft.com/office/drawing/2014/main" id="{80FFD551-6FC6-0E54-0087-9DC616FD6732}"/>
                  </a:ext>
                </a:extLst>
              </p:cNvPr>
              <p:cNvCxnSpPr/>
              <p:nvPr/>
            </p:nvCxnSpPr>
            <p:spPr>
              <a:xfrm>
                <a:off x="4266007" y="2155669"/>
                <a:ext cx="0" cy="186637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9D74BFA1-7D02-3D9F-36DD-583899131D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66007" y="4038152"/>
                <a:ext cx="283149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B1E5A394-9D2D-68F5-5171-2DCF2DB238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6222" y="2732314"/>
                <a:ext cx="0" cy="1305838"/>
              </a:xfrm>
              <a:prstGeom prst="line">
                <a:avLst/>
              </a:prstGeom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3347A331-FC25-88E1-D440-D6A810E2E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69343" y="2269597"/>
                <a:ext cx="0" cy="1768555"/>
              </a:xfrm>
              <a:prstGeom prst="line">
                <a:avLst/>
              </a:prstGeom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F09239CC-3774-5A04-79E0-5C69E5EF9C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4302" y="3037114"/>
                <a:ext cx="0" cy="1001038"/>
              </a:xfrm>
              <a:prstGeom prst="line">
                <a:avLst/>
              </a:prstGeom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C434C84-C8A1-A9B6-FD75-66F0CC01DE97}"/>
                </a:ext>
              </a:extLst>
            </p:cNvPr>
            <p:cNvCxnSpPr>
              <a:cxnSpLocks/>
            </p:cNvCxnSpPr>
            <p:nvPr/>
          </p:nvCxnSpPr>
          <p:spPr>
            <a:xfrm>
              <a:off x="3950056" y="3020291"/>
              <a:ext cx="0" cy="1122218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73EA33C-8CA2-83B0-CC90-5923066DE565}"/>
              </a:ext>
            </a:extLst>
          </p:cNvPr>
          <p:cNvGrpSpPr/>
          <p:nvPr/>
        </p:nvGrpSpPr>
        <p:grpSpPr>
          <a:xfrm>
            <a:off x="3569970" y="3415523"/>
            <a:ext cx="2526024" cy="1981188"/>
            <a:chOff x="1766455" y="3747610"/>
            <a:chExt cx="3186545" cy="2132417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AE42397-1DA3-A7A3-70E3-1958C1D4D918}"/>
                </a:ext>
              </a:extLst>
            </p:cNvPr>
            <p:cNvGrpSpPr/>
            <p:nvPr/>
          </p:nvGrpSpPr>
          <p:grpSpPr>
            <a:xfrm>
              <a:off x="1766455" y="3747610"/>
              <a:ext cx="3186545" cy="1863483"/>
              <a:chOff x="3241965" y="1622603"/>
              <a:chExt cx="4003962" cy="2519908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9B456D21-BA62-1BC7-4469-07E6CCD02565}"/>
                  </a:ext>
                </a:extLst>
              </p:cNvPr>
              <p:cNvGrpSpPr/>
              <p:nvPr/>
            </p:nvGrpSpPr>
            <p:grpSpPr>
              <a:xfrm>
                <a:off x="3241965" y="1622603"/>
                <a:ext cx="4003962" cy="2519908"/>
                <a:chOff x="4266007" y="2430531"/>
                <a:chExt cx="2831492" cy="1607621"/>
              </a:xfrm>
            </p:grpSpPr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A8F7885D-6BBB-0392-6B38-0F01C56ECD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266007" y="4038152"/>
                  <a:ext cx="2831492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F118308C-F1FD-B66A-3B62-43E73B7572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77290" y="2732313"/>
                  <a:ext cx="0" cy="1305838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FB9AA8CD-E580-BE10-8B34-3302FD8025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9343" y="2430531"/>
                  <a:ext cx="0" cy="1607621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1C667B31-6E43-C4E3-C69D-FB8EFBA45F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84302" y="3153874"/>
                  <a:ext cx="0" cy="884278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48DF321D-624A-3DA2-7434-2BEA71803D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50056" y="3357957"/>
                <a:ext cx="0" cy="784552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DA71C94-F802-EBDF-FB72-BFB0925B695F}"/>
                </a:ext>
              </a:extLst>
            </p:cNvPr>
            <p:cNvSpPr txBox="1"/>
            <p:nvPr/>
          </p:nvSpPr>
          <p:spPr>
            <a:xfrm>
              <a:off x="2038440" y="5705061"/>
              <a:ext cx="583096" cy="174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/>
                <a:t>1000.50</a:t>
              </a:r>
              <a:endParaRPr lang="en-US" sz="6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ACBD314-46A0-75BD-E693-DF16AA195641}"/>
                </a:ext>
              </a:extLst>
            </p:cNvPr>
            <p:cNvSpPr txBox="1"/>
            <p:nvPr/>
          </p:nvSpPr>
          <p:spPr>
            <a:xfrm>
              <a:off x="2612999" y="5705061"/>
              <a:ext cx="583096" cy="174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/>
                <a:t>1001.50</a:t>
              </a:r>
              <a:endParaRPr lang="en-US" sz="6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0793A9F-1C03-9097-02D5-025E04943C0E}"/>
                </a:ext>
              </a:extLst>
            </p:cNvPr>
            <p:cNvSpPr txBox="1"/>
            <p:nvPr/>
          </p:nvSpPr>
          <p:spPr>
            <a:xfrm>
              <a:off x="3187558" y="5705061"/>
              <a:ext cx="583096" cy="174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/>
                <a:t>1002.50</a:t>
              </a:r>
              <a:endParaRPr lang="en-US" sz="6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9E5CA1C-DA2A-F487-3913-E420CF23CCD3}"/>
                </a:ext>
              </a:extLst>
            </p:cNvPr>
            <p:cNvSpPr txBox="1"/>
            <p:nvPr/>
          </p:nvSpPr>
          <p:spPr>
            <a:xfrm>
              <a:off x="3777691" y="5705061"/>
              <a:ext cx="583096" cy="174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/>
                <a:t>1003.50</a:t>
              </a:r>
              <a:endParaRPr lang="en-US" sz="600" dirty="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A6F4CF69-A61C-842D-77AA-8E5D1937CE58}"/>
              </a:ext>
            </a:extLst>
          </p:cNvPr>
          <p:cNvSpPr txBox="1"/>
          <p:nvPr/>
        </p:nvSpPr>
        <p:spPr>
          <a:xfrm>
            <a:off x="4779887" y="633214"/>
            <a:ext cx="4034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Theoretical Intensity Distribution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374E097-6E76-88E7-371B-0F7510667752}"/>
              </a:ext>
            </a:extLst>
          </p:cNvPr>
          <p:cNvCxnSpPr>
            <a:cxnSpLocks/>
          </p:cNvCxnSpPr>
          <p:nvPr/>
        </p:nvCxnSpPr>
        <p:spPr>
          <a:xfrm>
            <a:off x="4016691" y="3403600"/>
            <a:ext cx="0" cy="779004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C0B8881-BAB4-96D5-17B4-131D4C040F3E}"/>
              </a:ext>
            </a:extLst>
          </p:cNvPr>
          <p:cNvCxnSpPr>
            <a:cxnSpLocks/>
          </p:cNvCxnSpPr>
          <p:nvPr/>
        </p:nvCxnSpPr>
        <p:spPr>
          <a:xfrm>
            <a:off x="4454474" y="3166498"/>
            <a:ext cx="0" cy="474204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0DB4A5F-AF19-A0C1-7583-EDF88EF78B51}"/>
              </a:ext>
            </a:extLst>
          </p:cNvPr>
          <p:cNvCxnSpPr>
            <a:cxnSpLocks/>
          </p:cNvCxnSpPr>
          <p:nvPr/>
        </p:nvCxnSpPr>
        <p:spPr>
          <a:xfrm>
            <a:off x="4911123" y="3075058"/>
            <a:ext cx="0" cy="18288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C822F98-0E69-D5AE-4BD7-A1F032CEE6E1}"/>
              </a:ext>
            </a:extLst>
          </p:cNvPr>
          <p:cNvCxnSpPr>
            <a:cxnSpLocks/>
          </p:cNvCxnSpPr>
          <p:nvPr/>
        </p:nvCxnSpPr>
        <p:spPr>
          <a:xfrm>
            <a:off x="5384630" y="3257938"/>
            <a:ext cx="0" cy="734942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B7CE30B-38DC-C7F4-62DD-AD8DFFE349C3}"/>
              </a:ext>
            </a:extLst>
          </p:cNvPr>
          <p:cNvGrpSpPr/>
          <p:nvPr/>
        </p:nvGrpSpPr>
        <p:grpSpPr>
          <a:xfrm>
            <a:off x="765194" y="1505512"/>
            <a:ext cx="2526030" cy="1513670"/>
            <a:chOff x="3241965" y="1191762"/>
            <a:chExt cx="4003962" cy="2950747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E09604C-A39A-9F90-101D-BF51A64F51E9}"/>
                </a:ext>
              </a:extLst>
            </p:cNvPr>
            <p:cNvGrpSpPr/>
            <p:nvPr/>
          </p:nvGrpSpPr>
          <p:grpSpPr>
            <a:xfrm>
              <a:off x="3241965" y="1191762"/>
              <a:ext cx="4003962" cy="2950747"/>
              <a:chOff x="4266007" y="2155669"/>
              <a:chExt cx="2831492" cy="1882483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A478995D-1D5A-127E-530A-257020D285CA}"/>
                  </a:ext>
                </a:extLst>
              </p:cNvPr>
              <p:cNvCxnSpPr/>
              <p:nvPr/>
            </p:nvCxnSpPr>
            <p:spPr>
              <a:xfrm>
                <a:off x="4266007" y="2155669"/>
                <a:ext cx="0" cy="186637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56A2E571-C871-FB24-C92C-EC64298B44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66007" y="4038152"/>
                <a:ext cx="283149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04F46767-9F5D-6F77-7EBD-AD595543B5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6222" y="2732314"/>
                <a:ext cx="0" cy="1305838"/>
              </a:xfrm>
              <a:prstGeom prst="line">
                <a:avLst/>
              </a:prstGeom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E527B53A-C77F-04DD-7A04-0AC47598C6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69343" y="2269597"/>
                <a:ext cx="0" cy="1768555"/>
              </a:xfrm>
              <a:prstGeom prst="line">
                <a:avLst/>
              </a:prstGeom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CA745A5A-2E71-DC69-12C3-7C89A463A1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4302" y="3037114"/>
                <a:ext cx="0" cy="1001038"/>
              </a:xfrm>
              <a:prstGeom prst="line">
                <a:avLst/>
              </a:prstGeom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E9FEE05-296B-DD64-3FDA-D1A74BD31374}"/>
                </a:ext>
              </a:extLst>
            </p:cNvPr>
            <p:cNvCxnSpPr>
              <a:cxnSpLocks/>
            </p:cNvCxnSpPr>
            <p:nvPr/>
          </p:nvCxnSpPr>
          <p:spPr>
            <a:xfrm>
              <a:off x="3950056" y="3020291"/>
              <a:ext cx="0" cy="1122218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8B9CDCD-478D-53FD-C31A-8B8131643B0C}"/>
              </a:ext>
            </a:extLst>
          </p:cNvPr>
          <p:cNvGrpSpPr/>
          <p:nvPr/>
        </p:nvGrpSpPr>
        <p:grpSpPr>
          <a:xfrm>
            <a:off x="743761" y="3414755"/>
            <a:ext cx="2571688" cy="1981188"/>
            <a:chOff x="1766455" y="3747610"/>
            <a:chExt cx="3244150" cy="2132417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C01AD8CC-67BB-E737-9555-81BC1E1ED503}"/>
                </a:ext>
              </a:extLst>
            </p:cNvPr>
            <p:cNvGrpSpPr/>
            <p:nvPr/>
          </p:nvGrpSpPr>
          <p:grpSpPr>
            <a:xfrm>
              <a:off x="1766455" y="3747610"/>
              <a:ext cx="3186545" cy="1863483"/>
              <a:chOff x="3241965" y="1622603"/>
              <a:chExt cx="4003962" cy="2519908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E9BCC1A3-789F-A2E2-5F91-DF357A9AA673}"/>
                  </a:ext>
                </a:extLst>
              </p:cNvPr>
              <p:cNvGrpSpPr/>
              <p:nvPr/>
            </p:nvGrpSpPr>
            <p:grpSpPr>
              <a:xfrm>
                <a:off x="3241965" y="1622603"/>
                <a:ext cx="4003962" cy="2519908"/>
                <a:chOff x="4266007" y="2430531"/>
                <a:chExt cx="2831492" cy="1607621"/>
              </a:xfrm>
            </p:grpSpPr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E01C60E2-654E-CD37-DA62-2E2487E16C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266007" y="4038152"/>
                  <a:ext cx="2831492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22856722-EE6E-56CB-8891-E845311308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12765" y="2732313"/>
                  <a:ext cx="0" cy="1305838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5674ED16-9B5C-037F-77F8-1118F5041E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04819" y="2430531"/>
                  <a:ext cx="0" cy="1607621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D88FCE5A-4E6E-9C90-36DA-EA6EEA2E2C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19778" y="3153874"/>
                  <a:ext cx="0" cy="884278"/>
                </a:xfrm>
                <a:prstGeom prst="line">
                  <a:avLst/>
                </a:prstGeom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7E8FC3DC-DDC3-EDE2-837B-0260B4A5AD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07262" y="3357958"/>
                <a:ext cx="0" cy="784552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03769E0-78F8-BF9A-56E3-7B1684359F1C}"/>
                </a:ext>
              </a:extLst>
            </p:cNvPr>
            <p:cNvSpPr txBox="1"/>
            <p:nvPr/>
          </p:nvSpPr>
          <p:spPr>
            <a:xfrm>
              <a:off x="2688258" y="5705061"/>
              <a:ext cx="583096" cy="174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/>
                <a:t>1000.50</a:t>
              </a:r>
              <a:endParaRPr lang="en-US" sz="600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79F9694-5318-20C1-B1C2-FCD9DA07E5BA}"/>
                </a:ext>
              </a:extLst>
            </p:cNvPr>
            <p:cNvSpPr txBox="1"/>
            <p:nvPr/>
          </p:nvSpPr>
          <p:spPr>
            <a:xfrm>
              <a:off x="3262818" y="5705061"/>
              <a:ext cx="583096" cy="174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/>
                <a:t>1001.50</a:t>
              </a:r>
              <a:endParaRPr lang="en-US" sz="6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E451E76-06F5-57A7-EDF6-8124210F9D81}"/>
                </a:ext>
              </a:extLst>
            </p:cNvPr>
            <p:cNvSpPr txBox="1"/>
            <p:nvPr/>
          </p:nvSpPr>
          <p:spPr>
            <a:xfrm>
              <a:off x="3837377" y="5705061"/>
              <a:ext cx="583096" cy="174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/>
                <a:t>1002.50</a:t>
              </a:r>
              <a:endParaRPr lang="en-US" sz="6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F0B1FCE-F317-0966-C675-5F6657309C5F}"/>
                </a:ext>
              </a:extLst>
            </p:cNvPr>
            <p:cNvSpPr txBox="1"/>
            <p:nvPr/>
          </p:nvSpPr>
          <p:spPr>
            <a:xfrm>
              <a:off x="4427509" y="5705061"/>
              <a:ext cx="583096" cy="174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/>
                <a:t>1003.50</a:t>
              </a:r>
              <a:endParaRPr lang="en-US" sz="600" dirty="0"/>
            </a:p>
          </p:txBody>
        </p:sp>
      </p:grp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40B8369-79C3-7F44-2B11-894EF78B757A}"/>
              </a:ext>
            </a:extLst>
          </p:cNvPr>
          <p:cNvCxnSpPr>
            <a:cxnSpLocks/>
          </p:cNvCxnSpPr>
          <p:nvPr/>
        </p:nvCxnSpPr>
        <p:spPr>
          <a:xfrm>
            <a:off x="1666427" y="3429000"/>
            <a:ext cx="0" cy="779004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A947F6B-B717-2BEF-0C17-5F31622105F5}"/>
              </a:ext>
            </a:extLst>
          </p:cNvPr>
          <p:cNvCxnSpPr>
            <a:cxnSpLocks/>
          </p:cNvCxnSpPr>
          <p:nvPr/>
        </p:nvCxnSpPr>
        <p:spPr>
          <a:xfrm>
            <a:off x="2106350" y="3142756"/>
            <a:ext cx="0" cy="474204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860349E-A718-73AC-52C8-65E5F2F07934}"/>
              </a:ext>
            </a:extLst>
          </p:cNvPr>
          <p:cNvCxnSpPr>
            <a:cxnSpLocks/>
          </p:cNvCxnSpPr>
          <p:nvPr/>
        </p:nvCxnSpPr>
        <p:spPr>
          <a:xfrm>
            <a:off x="2584054" y="3075058"/>
            <a:ext cx="0" cy="18288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FF586E3-DCC3-72B2-9104-0BB693D20A3C}"/>
              </a:ext>
            </a:extLst>
          </p:cNvPr>
          <p:cNvGrpSpPr/>
          <p:nvPr/>
        </p:nvGrpSpPr>
        <p:grpSpPr>
          <a:xfrm>
            <a:off x="6350516" y="1518462"/>
            <a:ext cx="2526030" cy="1513670"/>
            <a:chOff x="3241965" y="1191762"/>
            <a:chExt cx="4003962" cy="2950747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FC7F780B-2E60-2608-6FB3-8967BBE3C113}"/>
                </a:ext>
              </a:extLst>
            </p:cNvPr>
            <p:cNvGrpSpPr/>
            <p:nvPr/>
          </p:nvGrpSpPr>
          <p:grpSpPr>
            <a:xfrm>
              <a:off x="3241965" y="1191762"/>
              <a:ext cx="4003962" cy="2950747"/>
              <a:chOff x="4266007" y="2155669"/>
              <a:chExt cx="2831492" cy="188248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033DB9DE-7158-7DCC-91C0-703618FEE238}"/>
                  </a:ext>
                </a:extLst>
              </p:cNvPr>
              <p:cNvCxnSpPr/>
              <p:nvPr/>
            </p:nvCxnSpPr>
            <p:spPr>
              <a:xfrm>
                <a:off x="4266007" y="2155669"/>
                <a:ext cx="0" cy="186637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E3F322F8-E346-018D-1882-5699BAB660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66007" y="4038152"/>
                <a:ext cx="283149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E3539582-23E9-970C-F9C6-2FB4F9DF14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6222" y="2732314"/>
                <a:ext cx="0" cy="1305838"/>
              </a:xfrm>
              <a:prstGeom prst="line">
                <a:avLst/>
              </a:prstGeom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506A7097-FC29-30FC-458F-F04FDE6360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69343" y="2269597"/>
                <a:ext cx="0" cy="1768555"/>
              </a:xfrm>
              <a:prstGeom prst="line">
                <a:avLst/>
              </a:prstGeom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8887D4EA-F62E-1B0D-760E-23C3919BC0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4302" y="3037114"/>
                <a:ext cx="0" cy="1001038"/>
              </a:xfrm>
              <a:prstGeom prst="line">
                <a:avLst/>
              </a:prstGeom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</p:grp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3E45682-232C-D570-C752-DE4375BC1203}"/>
                </a:ext>
              </a:extLst>
            </p:cNvPr>
            <p:cNvCxnSpPr>
              <a:cxnSpLocks/>
            </p:cNvCxnSpPr>
            <p:nvPr/>
          </p:nvCxnSpPr>
          <p:spPr>
            <a:xfrm>
              <a:off x="3950056" y="3020291"/>
              <a:ext cx="0" cy="1122218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155F9AC-B8C8-2C09-3CDE-A5B43F53559E}"/>
              </a:ext>
            </a:extLst>
          </p:cNvPr>
          <p:cNvGrpSpPr/>
          <p:nvPr/>
        </p:nvGrpSpPr>
        <p:grpSpPr>
          <a:xfrm>
            <a:off x="6350516" y="3421152"/>
            <a:ext cx="2526024" cy="1975559"/>
            <a:chOff x="1766455" y="3747610"/>
            <a:chExt cx="3186545" cy="212635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CA9A0F71-87F8-0AB7-A329-AA7CCC02D361}"/>
                </a:ext>
              </a:extLst>
            </p:cNvPr>
            <p:cNvGrpSpPr/>
            <p:nvPr/>
          </p:nvGrpSpPr>
          <p:grpSpPr>
            <a:xfrm>
              <a:off x="1766455" y="3747610"/>
              <a:ext cx="3186545" cy="1863483"/>
              <a:chOff x="4266007" y="2430531"/>
              <a:chExt cx="2831492" cy="1607621"/>
            </a:xfrm>
          </p:grpSpPr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959FCD84-9350-4063-94B0-068657CA26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66007" y="4038152"/>
                <a:ext cx="283149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1E62750-2039-D776-3840-1A679A1272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96175" y="2732313"/>
                <a:ext cx="0" cy="1305838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B3F3A5B9-C2E3-1F75-BB26-A10C804A9C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88229" y="2430531"/>
                <a:ext cx="0" cy="1607621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155632CB-A48A-BC50-9AE0-0EBF7E943E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03188" y="3153874"/>
                <a:ext cx="0" cy="884278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379D7C0-A764-BD72-8C46-D320A3FE2CBD}"/>
                </a:ext>
              </a:extLst>
            </p:cNvPr>
            <p:cNvSpPr txBox="1"/>
            <p:nvPr/>
          </p:nvSpPr>
          <p:spPr>
            <a:xfrm>
              <a:off x="2177232" y="5699002"/>
              <a:ext cx="583096" cy="174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/>
                <a:t>1001.50</a:t>
              </a:r>
              <a:endParaRPr lang="en-US" sz="6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1F479D1A-F9EB-0F6C-8331-B48E4E08DF6B}"/>
                </a:ext>
              </a:extLst>
            </p:cNvPr>
            <p:cNvSpPr txBox="1"/>
            <p:nvPr/>
          </p:nvSpPr>
          <p:spPr>
            <a:xfrm>
              <a:off x="2751791" y="5699002"/>
              <a:ext cx="583096" cy="174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/>
                <a:t>1002.50</a:t>
              </a:r>
              <a:endParaRPr lang="en-US" sz="600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DAAE56F-8674-08AE-18B6-2B49866C45C8}"/>
                </a:ext>
              </a:extLst>
            </p:cNvPr>
            <p:cNvSpPr txBox="1"/>
            <p:nvPr/>
          </p:nvSpPr>
          <p:spPr>
            <a:xfrm>
              <a:off x="3341923" y="5699002"/>
              <a:ext cx="583096" cy="174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/>
                <a:t>1003.50</a:t>
              </a:r>
              <a:endParaRPr lang="en-US" sz="600" dirty="0"/>
            </a:p>
          </p:txBody>
        </p:sp>
      </p:grp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AF751E78-0B0A-88C2-7233-FA80CB3DA134}"/>
              </a:ext>
            </a:extLst>
          </p:cNvPr>
          <p:cNvCxnSpPr>
            <a:cxnSpLocks/>
          </p:cNvCxnSpPr>
          <p:nvPr/>
        </p:nvCxnSpPr>
        <p:spPr>
          <a:xfrm>
            <a:off x="6807596" y="3166498"/>
            <a:ext cx="0" cy="474204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3E47F4D4-CDA2-F5EE-BBC0-D106904F4A72}"/>
              </a:ext>
            </a:extLst>
          </p:cNvPr>
          <p:cNvCxnSpPr>
            <a:cxnSpLocks/>
          </p:cNvCxnSpPr>
          <p:nvPr/>
        </p:nvCxnSpPr>
        <p:spPr>
          <a:xfrm>
            <a:off x="7253887" y="3162960"/>
            <a:ext cx="0" cy="18288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59651C77-A9B7-7B56-EC5F-D2D2E0D3E2D1}"/>
              </a:ext>
            </a:extLst>
          </p:cNvPr>
          <p:cNvCxnSpPr>
            <a:cxnSpLocks/>
          </p:cNvCxnSpPr>
          <p:nvPr/>
        </p:nvCxnSpPr>
        <p:spPr>
          <a:xfrm>
            <a:off x="7727394" y="3345840"/>
            <a:ext cx="0" cy="734942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2354B8D-38FA-7756-7C85-B9DFAC054080}"/>
              </a:ext>
            </a:extLst>
          </p:cNvPr>
          <p:cNvGrpSpPr/>
          <p:nvPr/>
        </p:nvGrpSpPr>
        <p:grpSpPr>
          <a:xfrm>
            <a:off x="9097555" y="1518462"/>
            <a:ext cx="2526030" cy="1513670"/>
            <a:chOff x="3241965" y="1191762"/>
            <a:chExt cx="4003962" cy="2950747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E54F5B7B-7317-300D-B33F-DF056B85ABC6}"/>
                </a:ext>
              </a:extLst>
            </p:cNvPr>
            <p:cNvGrpSpPr/>
            <p:nvPr/>
          </p:nvGrpSpPr>
          <p:grpSpPr>
            <a:xfrm>
              <a:off x="3241965" y="1191762"/>
              <a:ext cx="4003962" cy="2950747"/>
              <a:chOff x="4266007" y="2155669"/>
              <a:chExt cx="2831492" cy="1882483"/>
            </a:xfrm>
          </p:grpSpPr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00922833-25A2-FEEE-E995-2231841D8833}"/>
                  </a:ext>
                </a:extLst>
              </p:cNvPr>
              <p:cNvCxnSpPr/>
              <p:nvPr/>
            </p:nvCxnSpPr>
            <p:spPr>
              <a:xfrm>
                <a:off x="4266007" y="2155669"/>
                <a:ext cx="0" cy="186637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980C270C-0E87-5BAA-2A5F-56E9FCC9F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66007" y="4038152"/>
                <a:ext cx="283149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1FA2C31C-2FD4-ECE9-6A37-6A6BD17C6F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6222" y="2732314"/>
                <a:ext cx="0" cy="1305838"/>
              </a:xfrm>
              <a:prstGeom prst="line">
                <a:avLst/>
              </a:prstGeom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52B36A19-561D-C5C6-4EBF-F818037301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69343" y="2269597"/>
                <a:ext cx="0" cy="1768555"/>
              </a:xfrm>
              <a:prstGeom prst="line">
                <a:avLst/>
              </a:prstGeom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91574344-AA4E-6496-2A53-36ECE065D7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4302" y="3037114"/>
                <a:ext cx="0" cy="1001038"/>
              </a:xfrm>
              <a:prstGeom prst="line">
                <a:avLst/>
              </a:prstGeom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</p:grp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FC37E1FA-86EE-BC41-8F89-BAB1BDEBB2FA}"/>
                </a:ext>
              </a:extLst>
            </p:cNvPr>
            <p:cNvCxnSpPr>
              <a:cxnSpLocks/>
            </p:cNvCxnSpPr>
            <p:nvPr/>
          </p:nvCxnSpPr>
          <p:spPr>
            <a:xfrm>
              <a:off x="3950056" y="3020291"/>
              <a:ext cx="0" cy="1122218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DDA2E93-16BA-DF5C-137C-A89DCCED579D}"/>
              </a:ext>
            </a:extLst>
          </p:cNvPr>
          <p:cNvGrpSpPr/>
          <p:nvPr/>
        </p:nvGrpSpPr>
        <p:grpSpPr>
          <a:xfrm>
            <a:off x="9250653" y="3429000"/>
            <a:ext cx="2526022" cy="1987587"/>
            <a:chOff x="1766454" y="3747610"/>
            <a:chExt cx="3186544" cy="2139304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130007AD-00D9-2F6C-2F98-44444AB3483B}"/>
                </a:ext>
              </a:extLst>
            </p:cNvPr>
            <p:cNvGrpSpPr/>
            <p:nvPr/>
          </p:nvGrpSpPr>
          <p:grpSpPr>
            <a:xfrm>
              <a:off x="1766454" y="3747610"/>
              <a:ext cx="3186544" cy="1863483"/>
              <a:chOff x="4266007" y="2430531"/>
              <a:chExt cx="2831492" cy="1607621"/>
            </a:xfrm>
          </p:grpSpPr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7B749B26-2477-814D-6C5B-A36AB31D63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66007" y="4038152"/>
                <a:ext cx="283149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BD43D3D7-AB7F-E93D-B6CF-15C0197570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42038" y="2430531"/>
                <a:ext cx="0" cy="1607621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35353B75-43B0-F654-2D10-A49D87C108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6997" y="3153874"/>
                <a:ext cx="0" cy="884278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5AF92CAA-03FA-8418-845E-AC2609736024}"/>
                </a:ext>
              </a:extLst>
            </p:cNvPr>
            <p:cNvSpPr txBox="1"/>
            <p:nvPr/>
          </p:nvSpPr>
          <p:spPr>
            <a:xfrm>
              <a:off x="1898089" y="5711948"/>
              <a:ext cx="583096" cy="174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/>
                <a:t>1002.50</a:t>
              </a:r>
              <a:endParaRPr lang="en-US" sz="600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89292386-57C6-49B9-5F05-439B93FB1D5A}"/>
                </a:ext>
              </a:extLst>
            </p:cNvPr>
            <p:cNvSpPr txBox="1"/>
            <p:nvPr/>
          </p:nvSpPr>
          <p:spPr>
            <a:xfrm>
              <a:off x="2459221" y="5711948"/>
              <a:ext cx="583096" cy="174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/>
                <a:t>1003.50</a:t>
              </a:r>
              <a:endParaRPr lang="en-US" sz="600" dirty="0"/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5D1644B7-FAB4-03B4-1869-558FEEC4F944}"/>
              </a:ext>
            </a:extLst>
          </p:cNvPr>
          <p:cNvCxnSpPr>
            <a:cxnSpLocks/>
          </p:cNvCxnSpPr>
          <p:nvPr/>
        </p:nvCxnSpPr>
        <p:spPr>
          <a:xfrm>
            <a:off x="10045521" y="3273231"/>
            <a:ext cx="0" cy="734942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3A8F71A6-3C28-2F13-CCFF-E76891A604F8}"/>
              </a:ext>
            </a:extLst>
          </p:cNvPr>
          <p:cNvCxnSpPr>
            <a:cxnSpLocks/>
          </p:cNvCxnSpPr>
          <p:nvPr/>
        </p:nvCxnSpPr>
        <p:spPr>
          <a:xfrm>
            <a:off x="9584438" y="3142756"/>
            <a:ext cx="0" cy="18288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562C44D3-291D-EBF1-2463-9CFA3B629E1D}"/>
              </a:ext>
            </a:extLst>
          </p:cNvPr>
          <p:cNvSpPr txBox="1"/>
          <p:nvPr/>
        </p:nvSpPr>
        <p:spPr>
          <a:xfrm>
            <a:off x="4927615" y="6130207"/>
            <a:ext cx="4034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Observed Intensity Distribution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82933C1-4FF1-91A2-B913-1AB0665BAB85}"/>
              </a:ext>
            </a:extLst>
          </p:cNvPr>
          <p:cNvSpPr txBox="1"/>
          <p:nvPr/>
        </p:nvSpPr>
        <p:spPr>
          <a:xfrm>
            <a:off x="1440997" y="5449056"/>
            <a:ext cx="11430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Low Similarity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18CAA15-E4B3-CC10-43A6-DC9C1B657F65}"/>
              </a:ext>
            </a:extLst>
          </p:cNvPr>
          <p:cNvSpPr txBox="1"/>
          <p:nvPr/>
        </p:nvSpPr>
        <p:spPr>
          <a:xfrm>
            <a:off x="6765736" y="5514315"/>
            <a:ext cx="18287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Low Similarity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4DCA52D-09A3-30F8-D134-F822286A6051}"/>
              </a:ext>
            </a:extLst>
          </p:cNvPr>
          <p:cNvSpPr txBox="1"/>
          <p:nvPr/>
        </p:nvSpPr>
        <p:spPr>
          <a:xfrm>
            <a:off x="9347655" y="5504373"/>
            <a:ext cx="18287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Low Similarity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95D9953-E8F2-A67C-3E79-C01E7CE8977D}"/>
              </a:ext>
            </a:extLst>
          </p:cNvPr>
          <p:cNvSpPr txBox="1"/>
          <p:nvPr/>
        </p:nvSpPr>
        <p:spPr>
          <a:xfrm>
            <a:off x="4247806" y="5514314"/>
            <a:ext cx="18287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High Similarity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DA96F8C-D847-A503-AB35-78750F84B595}"/>
              </a:ext>
            </a:extLst>
          </p:cNvPr>
          <p:cNvSpPr txBox="1"/>
          <p:nvPr/>
        </p:nvSpPr>
        <p:spPr>
          <a:xfrm>
            <a:off x="3228429" y="5828973"/>
            <a:ext cx="1349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Predicted Monoisotopic Values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4AAAFFD9-D86C-BDBA-BBFB-938AA491C2C3}"/>
              </a:ext>
            </a:extLst>
          </p:cNvPr>
          <p:cNvCxnSpPr>
            <a:cxnSpLocks/>
          </p:cNvCxnSpPr>
          <p:nvPr/>
        </p:nvCxnSpPr>
        <p:spPr>
          <a:xfrm flipV="1">
            <a:off x="3687321" y="5484013"/>
            <a:ext cx="271606" cy="3073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23B1E0FD-AC4A-4098-0F8E-582CB50C0666}"/>
              </a:ext>
            </a:extLst>
          </p:cNvPr>
          <p:cNvSpPr txBox="1"/>
          <p:nvPr/>
        </p:nvSpPr>
        <p:spPr>
          <a:xfrm>
            <a:off x="10667037" y="5514314"/>
            <a:ext cx="3847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E0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A99C7EF3-B7E6-22A8-EDC9-E6E261878952}"/>
              </a:ext>
            </a:extLst>
          </p:cNvPr>
          <p:cNvSpPr txBox="1"/>
          <p:nvPr/>
        </p:nvSpPr>
        <p:spPr>
          <a:xfrm>
            <a:off x="7956714" y="5540828"/>
            <a:ext cx="3847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E1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7F23E4B-0E19-1B09-5532-8D6C6F2134D5}"/>
              </a:ext>
            </a:extLst>
          </p:cNvPr>
          <p:cNvSpPr txBox="1"/>
          <p:nvPr/>
        </p:nvSpPr>
        <p:spPr>
          <a:xfrm>
            <a:off x="5344694" y="5514313"/>
            <a:ext cx="3847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E2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30A8409-9A83-895D-2294-6A1E6409266A}"/>
              </a:ext>
            </a:extLst>
          </p:cNvPr>
          <p:cNvSpPr txBox="1"/>
          <p:nvPr/>
        </p:nvSpPr>
        <p:spPr>
          <a:xfrm>
            <a:off x="2575833" y="5465359"/>
            <a:ext cx="3847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E3</a:t>
            </a:r>
          </a:p>
        </p:txBody>
      </p:sp>
    </p:spTree>
    <p:extLst>
      <p:ext uri="{BB962C8B-B14F-4D97-AF65-F5344CB8AC3E}">
        <p14:creationId xmlns:p14="http://schemas.microsoft.com/office/powerpoint/2010/main" val="1766756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F564DF-194E-BB29-BBFC-92DFAF3A97B3}"/>
              </a:ext>
            </a:extLst>
          </p:cNvPr>
          <p:cNvSpPr txBox="1"/>
          <p:nvPr/>
        </p:nvSpPr>
        <p:spPr>
          <a:xfrm>
            <a:off x="8472039" y="4219596"/>
            <a:ext cx="21346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VEA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lang="en-US" sz="1000" dirty="0"/>
              <a:t>- DIA – </a:t>
            </a:r>
            <a:r>
              <a:rPr lang="zh-CN" altLang="en-US" sz="1000" dirty="0"/>
              <a:t>  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GH</a:t>
            </a:r>
            <a:r>
              <a:rPr lang="en-US" sz="1000" dirty="0"/>
              <a:t> -</a:t>
            </a:r>
            <a:r>
              <a:rPr lang="zh-CN" altLang="en-US" sz="1000" dirty="0"/>
              <a:t>     </a:t>
            </a:r>
            <a:r>
              <a:rPr lang="en-US" sz="1000" dirty="0"/>
              <a:t>GQEV </a:t>
            </a:r>
            <a:r>
              <a:rPr lang="zh-CN" altLang="en-US" sz="1000" dirty="0"/>
              <a:t>  </a:t>
            </a:r>
            <a:r>
              <a:rPr lang="en-US" sz="1000" dirty="0"/>
              <a:t>-</a:t>
            </a:r>
            <a:r>
              <a:rPr lang="zh-CN" altLang="en-US" sz="1000" dirty="0"/>
              <a:t> 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LIR</a:t>
            </a:r>
            <a:endParaRPr lang="en-US" sz="1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6E0240C-1F45-314D-FB07-BE1B15091B77}"/>
              </a:ext>
            </a:extLst>
          </p:cNvPr>
          <p:cNvGrpSpPr/>
          <p:nvPr/>
        </p:nvGrpSpPr>
        <p:grpSpPr>
          <a:xfrm>
            <a:off x="3572005" y="6410125"/>
            <a:ext cx="2362893" cy="523220"/>
            <a:chOff x="3783328" y="6095490"/>
            <a:chExt cx="2362893" cy="52322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5293601-B221-0282-F9E2-C3AA9E4FBB54}"/>
                </a:ext>
              </a:extLst>
            </p:cNvPr>
            <p:cNvSpPr txBox="1"/>
            <p:nvPr/>
          </p:nvSpPr>
          <p:spPr>
            <a:xfrm>
              <a:off x="3783328" y="6095490"/>
              <a:ext cx="236289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rtl="0"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-US" sz="1000" b="0" i="0" u="none" strike="noStrike" dirty="0">
                  <a:solidFill>
                    <a:srgbClr val="FF0000"/>
                  </a:solidFill>
                  <a:effectLst/>
                </a:rPr>
                <a:t>299.15 </a:t>
              </a:r>
              <a:r>
                <a:rPr lang="en-US" sz="1000" b="0" i="0" u="none" strike="noStrike" dirty="0">
                  <a:solidFill>
                    <a:srgbClr val="000000"/>
                  </a:solidFill>
                  <a:effectLst/>
                </a:rPr>
                <a:t>-</a:t>
              </a:r>
              <a:r>
                <a:rPr lang="en-US" sz="1000" b="0" i="0" u="none" strike="noStrike" dirty="0">
                  <a:solidFill>
                    <a:srgbClr val="FF0000"/>
                  </a:solidFill>
                  <a:effectLst/>
                </a:rPr>
                <a:t> DJA </a:t>
              </a:r>
              <a:r>
                <a:rPr lang="en-US" sz="1000" b="0" i="0" u="none" strike="noStrike" dirty="0">
                  <a:solidFill>
                    <a:srgbClr val="000000"/>
                  </a:solidFill>
                  <a:effectLst/>
                </a:rPr>
                <a:t>- </a:t>
              </a:r>
              <a:r>
                <a:rPr lang="en-US" sz="1000" b="0" i="0" u="none" strike="noStrike" dirty="0">
                  <a:solidFill>
                    <a:srgbClr val="FF0000"/>
                  </a:solidFill>
                  <a:effectLst/>
                </a:rPr>
                <a:t>194.08 </a:t>
              </a:r>
              <a:r>
                <a:rPr lang="en-US" sz="1000" b="0" i="0" u="none" strike="noStrike" dirty="0">
                  <a:solidFill>
                    <a:srgbClr val="000000"/>
                  </a:solidFill>
                  <a:effectLst/>
                </a:rPr>
                <a:t>- </a:t>
              </a:r>
              <a:r>
                <a:rPr lang="en-US" sz="1000" b="0" i="0" u="none" strike="noStrike" dirty="0">
                  <a:solidFill>
                    <a:srgbClr val="FF9900"/>
                  </a:solidFill>
                  <a:effectLst/>
                </a:rPr>
                <a:t>G</a:t>
              </a:r>
              <a:r>
                <a:rPr lang="en-US" sz="1000" b="0" i="0" u="none" strike="noStrike" dirty="0">
                  <a:solidFill>
                    <a:srgbClr val="0000FF"/>
                  </a:solidFill>
                  <a:effectLst/>
                </a:rPr>
                <a:t>QEV -</a:t>
              </a:r>
              <a:r>
                <a:rPr lang="en-US" sz="1000" b="0" i="0" u="none" strike="noStrike" dirty="0">
                  <a:solidFill>
                    <a:srgbClr val="CCCCCC"/>
                  </a:solidFill>
                  <a:effectLst/>
                </a:rPr>
                <a:t> </a:t>
              </a:r>
              <a:r>
                <a:rPr lang="en-US" sz="1000" b="0" i="0" u="none" strike="noStrike" dirty="0">
                  <a:solidFill>
                    <a:srgbClr val="0000FF"/>
                  </a:solidFill>
                  <a:effectLst/>
                </a:rPr>
                <a:t>382.27</a:t>
              </a:r>
              <a:br>
                <a:rPr lang="en-US" dirty="0"/>
              </a:b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6ED8CF4-9F06-3D40-BCEB-054F3ECF218C}"/>
                </a:ext>
              </a:extLst>
            </p:cNvPr>
            <p:cNvSpPr txBox="1"/>
            <p:nvPr/>
          </p:nvSpPr>
          <p:spPr>
            <a:xfrm>
              <a:off x="3905301" y="6264606"/>
              <a:ext cx="405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</a:rPr>
                <a:t>VEA</a:t>
              </a:r>
              <a:endParaRPr lang="en-US" sz="10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FD4FCDD-9163-29BD-8742-224A631759F8}"/>
                </a:ext>
              </a:extLst>
            </p:cNvPr>
            <p:cNvSpPr txBox="1"/>
            <p:nvPr/>
          </p:nvSpPr>
          <p:spPr>
            <a:xfrm>
              <a:off x="4205784" y="6264606"/>
              <a:ext cx="32700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-</a:t>
              </a:r>
              <a:endParaRPr lang="en-US" sz="10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988426E-8746-B1E6-3F9C-776C39827321}"/>
                </a:ext>
              </a:extLst>
            </p:cNvPr>
            <p:cNvSpPr txBox="1"/>
            <p:nvPr/>
          </p:nvSpPr>
          <p:spPr>
            <a:xfrm>
              <a:off x="4279909" y="6264606"/>
              <a:ext cx="405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DJA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E97019A-A01C-0CCC-5B50-2AFA1A3A13D4}"/>
                </a:ext>
              </a:extLst>
            </p:cNvPr>
            <p:cNvSpPr txBox="1"/>
            <p:nvPr/>
          </p:nvSpPr>
          <p:spPr>
            <a:xfrm>
              <a:off x="4506267" y="6264606"/>
              <a:ext cx="32700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-</a:t>
              </a:r>
              <a:endParaRPr lang="en-US" sz="10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C579BF-CB90-F40D-4418-18F39AA75941}"/>
                </a:ext>
              </a:extLst>
            </p:cNvPr>
            <p:cNvSpPr txBox="1"/>
            <p:nvPr/>
          </p:nvSpPr>
          <p:spPr>
            <a:xfrm>
              <a:off x="4660555" y="6264605"/>
              <a:ext cx="405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</a:rPr>
                <a:t>GH</a:t>
              </a:r>
              <a:endParaRPr lang="en-US" sz="10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894A89E-6A28-04C2-777B-2567FDED5421}"/>
                </a:ext>
              </a:extLst>
            </p:cNvPr>
            <p:cNvSpPr txBox="1"/>
            <p:nvPr/>
          </p:nvSpPr>
          <p:spPr>
            <a:xfrm>
              <a:off x="4964196" y="6264605"/>
              <a:ext cx="32700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-</a:t>
              </a:r>
              <a:endParaRPr lang="en-US" sz="10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8753B61-3B54-611D-BD9C-88B4BF508B9D}"/>
                </a:ext>
              </a:extLst>
            </p:cNvPr>
            <p:cNvSpPr txBox="1"/>
            <p:nvPr/>
          </p:nvSpPr>
          <p:spPr>
            <a:xfrm>
              <a:off x="5035182" y="6264605"/>
              <a:ext cx="5596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GQEV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5FFEAD0-C243-DEDC-2790-C77530AF7448}"/>
                </a:ext>
              </a:extLst>
            </p:cNvPr>
            <p:cNvSpPr txBox="1"/>
            <p:nvPr/>
          </p:nvSpPr>
          <p:spPr>
            <a:xfrm>
              <a:off x="5393285" y="6264605"/>
              <a:ext cx="32700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-</a:t>
              </a:r>
              <a:endParaRPr lang="en-US" sz="1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577DD48-1B8E-E47C-972D-4F80F4EE14D4}"/>
                </a:ext>
              </a:extLst>
            </p:cNvPr>
            <p:cNvSpPr txBox="1"/>
            <p:nvPr/>
          </p:nvSpPr>
          <p:spPr>
            <a:xfrm>
              <a:off x="5536342" y="6264605"/>
              <a:ext cx="5596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</a:rPr>
                <a:t>JJR</a:t>
              </a:r>
              <a:endParaRPr lang="en-US" sz="1000" dirty="0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645769F1-B13A-1C58-D46E-1F76EFE36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314" y="66760"/>
            <a:ext cx="6336277" cy="634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48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40E03DC-64EC-A60B-A24C-A6D89749039A}"/>
              </a:ext>
            </a:extLst>
          </p:cNvPr>
          <p:cNvGrpSpPr/>
          <p:nvPr/>
        </p:nvGrpSpPr>
        <p:grpSpPr>
          <a:xfrm>
            <a:off x="4207330" y="6167069"/>
            <a:ext cx="1506680" cy="1231106"/>
            <a:chOff x="3983212" y="5664873"/>
            <a:chExt cx="1506680" cy="123110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D48143A-7447-E73D-0ACF-59D4205A0A9D}"/>
                </a:ext>
              </a:extLst>
            </p:cNvPr>
            <p:cNvSpPr txBox="1"/>
            <p:nvPr/>
          </p:nvSpPr>
          <p:spPr>
            <a:xfrm>
              <a:off x="3983212" y="5664873"/>
              <a:ext cx="1506680" cy="12311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rtl="0"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-US" sz="1000" dirty="0">
                  <a:solidFill>
                    <a:srgbClr val="FF0000"/>
                  </a:solidFill>
                </a:rPr>
                <a:t>VEA</a:t>
              </a:r>
              <a:r>
                <a:rPr lang="en-US" sz="1000" b="0" i="0" u="none" strike="noStrike" dirty="0">
                  <a:solidFill>
                    <a:srgbClr val="FF0000"/>
                  </a:solidFill>
                  <a:effectLst/>
                </a:rPr>
                <a:t>DJA</a:t>
              </a:r>
              <a:r>
                <a:rPr lang="en-US" sz="1000" dirty="0">
                  <a:solidFill>
                    <a:srgbClr val="FF0000"/>
                  </a:solidFill>
                </a:rPr>
                <a:t>GH</a:t>
              </a:r>
              <a:r>
                <a:rPr lang="en-US" sz="1000" b="0" i="0" u="none" strike="noStrike" dirty="0">
                  <a:solidFill>
                    <a:srgbClr val="FF9900"/>
                  </a:solidFill>
                  <a:effectLst/>
                </a:rPr>
                <a:t>G</a:t>
              </a:r>
              <a:r>
                <a:rPr lang="en-US" sz="1000" b="0" i="0" u="none" strike="noStrike" dirty="0">
                  <a:solidFill>
                    <a:srgbClr val="0000FF"/>
                  </a:solidFill>
                  <a:effectLst/>
                </a:rPr>
                <a:t>QEVJJR</a:t>
              </a:r>
              <a:endParaRPr lang="en-US" sz="1000" b="0" i="0" u="none" strike="noStrike" dirty="0">
                <a:solidFill>
                  <a:srgbClr val="000000"/>
                </a:solidFill>
                <a:effectLst/>
              </a:endParaRPr>
            </a:p>
            <a:p>
              <a:pPr>
                <a:buNone/>
              </a:pPr>
              <a:br>
                <a:rPr lang="en-US" dirty="0"/>
              </a:br>
              <a:br>
                <a:rPr lang="en-US" dirty="0"/>
              </a:br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1E816B4-9A8D-41D8-B76C-4BD4AA1137EC}"/>
                </a:ext>
              </a:extLst>
            </p:cNvPr>
            <p:cNvSpPr txBox="1"/>
            <p:nvPr/>
          </p:nvSpPr>
          <p:spPr>
            <a:xfrm>
              <a:off x="3983212" y="5887049"/>
              <a:ext cx="131492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1200"/>
                </a:spcBef>
                <a:spcAft>
                  <a:spcPts val="1200"/>
                </a:spcAft>
              </a:pPr>
              <a:r>
                <a:rPr lang="en-US" sz="1000" dirty="0"/>
                <a:t>VEADJAGHGQEVJJR</a:t>
              </a:r>
              <a:br>
                <a:rPr lang="en-US" sz="1000" dirty="0"/>
              </a:br>
              <a:br>
                <a:rPr lang="en-US" sz="1000" dirty="0"/>
              </a:br>
              <a:endParaRPr lang="en-US" sz="1000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4B3F39E-E1BA-979D-FAE9-6BFA693C2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804" y="75378"/>
            <a:ext cx="6036783" cy="603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05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84C3805-CBC5-B8C1-8D7E-83FA36D8C6BA}"/>
              </a:ext>
            </a:extLst>
          </p:cNvPr>
          <p:cNvSpPr txBox="1"/>
          <p:nvPr/>
        </p:nvSpPr>
        <p:spPr>
          <a:xfrm>
            <a:off x="9298344" y="6117276"/>
            <a:ext cx="34899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US" sz="1000" b="0" i="0" u="none" strike="noStrike" dirty="0">
                <a:solidFill>
                  <a:srgbClr val="808080"/>
                </a:solidFill>
                <a:effectLst/>
              </a:rPr>
              <a:t>HA 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</a:rPr>
              <a:t> – </a:t>
            </a:r>
            <a:r>
              <a:rPr lang="en-US" sz="1000" b="0" i="0" u="none" strike="noStrike" dirty="0">
                <a:solidFill>
                  <a:srgbClr val="808080"/>
                </a:solidFill>
                <a:effectLst/>
              </a:rPr>
              <a:t>DGSFS 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</a:rPr>
              <a:t> -    </a:t>
            </a:r>
            <a:r>
              <a:rPr lang="en-US" sz="1000" b="0" i="0" u="none" strike="noStrike" dirty="0">
                <a:solidFill>
                  <a:srgbClr val="808080"/>
                </a:solidFill>
                <a:effectLst/>
              </a:rPr>
              <a:t>DE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</a:rPr>
              <a:t> -   MNTILDNLAARDFINWLIQTKI - </a:t>
            </a:r>
            <a:r>
              <a:rPr lang="en-US" sz="1000" b="0" i="0" u="none" strike="noStrike" dirty="0">
                <a:solidFill>
                  <a:srgbClr val="808080"/>
                </a:solidFill>
                <a:effectLst/>
              </a:rPr>
              <a:t>TD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266E72-AF56-32EC-531A-38E10263C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007" y="156081"/>
            <a:ext cx="6206273" cy="6206273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94BE6076-3818-6660-12E8-AD670CB3C364}"/>
              </a:ext>
            </a:extLst>
          </p:cNvPr>
          <p:cNvGrpSpPr/>
          <p:nvPr/>
        </p:nvGrpSpPr>
        <p:grpSpPr>
          <a:xfrm>
            <a:off x="3085925" y="6371702"/>
            <a:ext cx="3692438" cy="433780"/>
            <a:chOff x="2649327" y="5947506"/>
            <a:chExt cx="3692438" cy="43378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DBBBD9-2CC9-8AA9-4CBA-CA4FE37F5A68}"/>
                </a:ext>
              </a:extLst>
            </p:cNvPr>
            <p:cNvSpPr txBox="1"/>
            <p:nvPr/>
          </p:nvSpPr>
          <p:spPr>
            <a:xfrm>
              <a:off x="2649327" y="5947506"/>
              <a:ext cx="369243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b="0" i="0" u="none" strike="noStrike" dirty="0">
                  <a:solidFill>
                    <a:srgbClr val="0000FF"/>
                  </a:solidFill>
                  <a:effectLst/>
                </a:rPr>
                <a:t>208.10 - 493.16 - 244.07 - MNTJJDN</a:t>
              </a:r>
              <a:r>
                <a:rPr lang="en-US" sz="1000" b="0" i="0" u="none" strike="noStrike" dirty="0">
                  <a:solidFill>
                    <a:srgbClr val="FFC000"/>
                  </a:solidFill>
                  <a:effectLst/>
                </a:rPr>
                <a:t>J</a:t>
              </a:r>
              <a:r>
                <a:rPr lang="en-US" sz="1000" b="0" i="0" u="none" strike="noStrike" dirty="0">
                  <a:solidFill>
                    <a:srgbClr val="FF0000"/>
                  </a:solidFill>
                  <a:effectLst/>
                </a:rPr>
                <a:t>AARDFJNWJJQTKJ</a:t>
              </a:r>
              <a:r>
                <a:rPr lang="en-US" sz="1000" b="0" i="0" u="none" strike="noStrike" dirty="0">
                  <a:solidFill>
                    <a:srgbClr val="EE0000"/>
                  </a:solidFill>
                  <a:effectLst/>
                </a:rPr>
                <a:t> </a:t>
              </a:r>
              <a:r>
                <a:rPr lang="en-US" sz="1000" b="0" i="0" u="none" strike="noStrike" dirty="0">
                  <a:solidFill>
                    <a:srgbClr val="FF0000"/>
                  </a:solidFill>
                  <a:effectLst/>
                </a:rPr>
                <a:t>- 216.08</a:t>
              </a:r>
              <a:r>
                <a:rPr lang="en-US" sz="1000" b="0" i="0" u="none" strike="noStrike" dirty="0">
                  <a:solidFill>
                    <a:srgbClr val="000000"/>
                  </a:solidFill>
                  <a:effectLst/>
                </a:rPr>
                <a:t> </a:t>
              </a:r>
              <a:endParaRPr lang="en-US" sz="10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43F4E27-47A4-9FE9-E166-3688FFC89FCF}"/>
                </a:ext>
              </a:extLst>
            </p:cNvPr>
            <p:cNvSpPr txBox="1"/>
            <p:nvPr/>
          </p:nvSpPr>
          <p:spPr>
            <a:xfrm>
              <a:off x="2756262" y="6132171"/>
              <a:ext cx="3722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808080"/>
                  </a:solidFill>
                </a:rPr>
                <a:t>HA</a:t>
              </a:r>
              <a:endParaRPr lang="en-US" sz="10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0D6C17-E25B-6EA1-DC4B-E368A3DF671F}"/>
                </a:ext>
              </a:extLst>
            </p:cNvPr>
            <p:cNvSpPr txBox="1"/>
            <p:nvPr/>
          </p:nvSpPr>
          <p:spPr>
            <a:xfrm>
              <a:off x="3055075" y="6132171"/>
              <a:ext cx="24982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b="0" i="0" u="none" strike="noStrike" dirty="0">
                  <a:effectLst/>
                </a:rPr>
                <a:t>-</a:t>
              </a:r>
              <a:endParaRPr lang="en-US" sz="10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2833ABD-7251-D431-307A-76DC2D5D3CF5}"/>
                </a:ext>
              </a:extLst>
            </p:cNvPr>
            <p:cNvSpPr txBox="1"/>
            <p:nvPr/>
          </p:nvSpPr>
          <p:spPr>
            <a:xfrm>
              <a:off x="3527515" y="6132170"/>
              <a:ext cx="24982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b="0" i="0" u="none" strike="noStrike" dirty="0">
                  <a:effectLst/>
                </a:rPr>
                <a:t>-</a:t>
              </a:r>
              <a:endParaRPr lang="en-US" sz="1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FD75B8C-3F8D-3208-C17B-2B446BEFBC90}"/>
                </a:ext>
              </a:extLst>
            </p:cNvPr>
            <p:cNvSpPr txBox="1"/>
            <p:nvPr/>
          </p:nvSpPr>
          <p:spPr>
            <a:xfrm>
              <a:off x="3999955" y="6132169"/>
              <a:ext cx="24982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b="0" i="0" u="none" strike="noStrike" dirty="0">
                  <a:effectLst/>
                </a:rPr>
                <a:t>-</a:t>
              </a:r>
              <a:endParaRPr lang="en-US" sz="1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E260B0-C192-7D55-1A87-DC23FF587C4D}"/>
                </a:ext>
              </a:extLst>
            </p:cNvPr>
            <p:cNvSpPr txBox="1"/>
            <p:nvPr/>
          </p:nvSpPr>
          <p:spPr>
            <a:xfrm>
              <a:off x="5600411" y="6117277"/>
              <a:ext cx="24982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b="0" i="0" u="none" strike="noStrike" dirty="0">
                  <a:effectLst/>
                </a:rPr>
                <a:t>-</a:t>
              </a:r>
              <a:endParaRPr lang="en-US" sz="1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C6404FE-F6EF-AA74-C5BC-5E6483FF1F7C}"/>
                </a:ext>
              </a:extLst>
            </p:cNvPr>
            <p:cNvSpPr txBox="1"/>
            <p:nvPr/>
          </p:nvSpPr>
          <p:spPr>
            <a:xfrm>
              <a:off x="3131001" y="6135065"/>
              <a:ext cx="69260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0" i="0" u="none" strike="noStrike" dirty="0">
                  <a:solidFill>
                    <a:srgbClr val="808080"/>
                  </a:solidFill>
                  <a:effectLst/>
                </a:rPr>
                <a:t>DGSFS</a:t>
              </a:r>
              <a:endParaRPr lang="en-US" sz="10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92839C4-48B3-D144-FB54-8E7BA20C2823}"/>
                </a:ext>
              </a:extLst>
            </p:cNvPr>
            <p:cNvSpPr txBox="1"/>
            <p:nvPr/>
          </p:nvSpPr>
          <p:spPr>
            <a:xfrm>
              <a:off x="3701957" y="6135063"/>
              <a:ext cx="3722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0" i="0" u="none" strike="noStrike" dirty="0">
                  <a:solidFill>
                    <a:srgbClr val="808080"/>
                  </a:solidFill>
                  <a:effectLst/>
                </a:rPr>
                <a:t>DE</a:t>
              </a:r>
              <a:endParaRPr lang="en-US" sz="10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3D3E91C-85A1-8A62-F514-A796D2718DE7}"/>
                </a:ext>
              </a:extLst>
            </p:cNvPr>
            <p:cNvSpPr txBox="1"/>
            <p:nvPr/>
          </p:nvSpPr>
          <p:spPr>
            <a:xfrm>
              <a:off x="4064762" y="6126625"/>
              <a:ext cx="175588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0" i="0" u="none" strike="noStrike" dirty="0">
                  <a:solidFill>
                    <a:srgbClr val="000000"/>
                  </a:solidFill>
                  <a:effectLst/>
                </a:rPr>
                <a:t>MNTJJDNJAARDFINWLIQTKJ</a:t>
              </a:r>
              <a:endParaRPr lang="en-US" sz="10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E1BBF9B-CEF9-1149-D666-EB6D1FBC20A9}"/>
                </a:ext>
              </a:extLst>
            </p:cNvPr>
            <p:cNvSpPr txBox="1"/>
            <p:nvPr/>
          </p:nvSpPr>
          <p:spPr>
            <a:xfrm>
              <a:off x="5746823" y="6133159"/>
              <a:ext cx="3722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0" i="0" u="none" strike="noStrike" dirty="0">
                  <a:solidFill>
                    <a:srgbClr val="808080"/>
                  </a:solidFill>
                  <a:effectLst/>
                </a:rPr>
                <a:t>TD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55930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15974</TotalTime>
  <Words>427</Words>
  <Application>Microsoft Macintosh PowerPoint</Application>
  <PresentationFormat>Widescreen</PresentationFormat>
  <Paragraphs>87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Sunan Xu</dc:creator>
  <cp:lastModifiedBy>Sunan Xu</cp:lastModifiedBy>
  <cp:revision>27</cp:revision>
  <dcterms:created xsi:type="dcterms:W3CDTF">2026-04-30T19:31:29Z</dcterms:created>
  <dcterms:modified xsi:type="dcterms:W3CDTF">2026-05-11T21:45:52Z</dcterms:modified>
</cp:coreProperties>
</file>